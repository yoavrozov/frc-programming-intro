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88" r:id="rId3"/>
    <p:sldId id="258" r:id="rId4"/>
    <p:sldId id="289" r:id="rId5"/>
    <p:sldId id="290" r:id="rId6"/>
    <p:sldId id="291" r:id="rId7"/>
    <p:sldId id="292" r:id="rId8"/>
    <p:sldId id="293" r:id="rId9"/>
    <p:sldId id="294" r:id="rId10"/>
    <p:sldId id="296" r:id="rId11"/>
    <p:sldId id="297" r:id="rId12"/>
    <p:sldId id="295" r:id="rId13"/>
    <p:sldId id="298" r:id="rId14"/>
    <p:sldId id="299" r:id="rId15"/>
    <p:sldId id="300" r:id="rId16"/>
    <p:sldId id="301" r:id="rId17"/>
    <p:sldId id="304" r:id="rId18"/>
    <p:sldId id="303" r:id="rId19"/>
    <p:sldId id="305" r:id="rId20"/>
    <p:sldId id="30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AE4E48A-9C36-46A5-9B53-77C78E8EEA90}">
          <p14:sldIdLst>
            <p14:sldId id="257"/>
            <p14:sldId id="288"/>
            <p14:sldId id="258"/>
          </p14:sldIdLst>
        </p14:section>
        <p14:section name="Default WPILib template" id="{CDC689D6-713A-40A8-A7E6-F82190D3A00C}">
          <p14:sldIdLst>
            <p14:sldId id="289"/>
            <p14:sldId id="290"/>
            <p14:sldId id="291"/>
            <p14:sldId id="292"/>
            <p14:sldId id="293"/>
          </p14:sldIdLst>
        </p14:section>
        <p14:section name="Custom Code Structure - Example" id="{941467FF-40B8-4FCA-BDF0-5D769427EE40}">
          <p14:sldIdLst>
            <p14:sldId id="294"/>
            <p14:sldId id="296"/>
            <p14:sldId id="297"/>
            <p14:sldId id="295"/>
            <p14:sldId id="298"/>
            <p14:sldId id="299"/>
            <p14:sldId id="300"/>
            <p14:sldId id="301"/>
            <p14:sldId id="304"/>
            <p14:sldId id="303"/>
          </p14:sldIdLst>
        </p14:section>
        <p14:section name="Benefits of Customization" id="{77D45C0D-9A82-4008-8A57-03B4B61697BE}">
          <p14:sldIdLst>
            <p14:sldId id="305"/>
            <p14:sldId id="30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3592" autoAdjust="0"/>
  </p:normalViewPr>
  <p:slideViewPr>
    <p:cSldViewPr snapToGrid="0">
      <p:cViewPr varScale="1">
        <p:scale>
          <a:sx n="149" d="100"/>
          <a:sy n="149" d="100"/>
        </p:scale>
        <p:origin x="66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A24C6C-56E0-4D72-B275-0BB9FC694F24}" type="datetimeFigureOut">
              <a:rPr lang="en-US" smtClean="0"/>
              <a:t>10/25/2025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E76FAB-6AF3-4BCA-979A-918B90F6631D}" type="slidenum">
              <a:rPr lang="en-US" smtClean="0"/>
              <a:t>‹#›</a:t>
            </a:fld>
            <a:endParaRPr lang="en-US"/>
          </a:p>
        </p:txBody>
      </p:sp>
    </p:spTree>
    <p:extLst>
      <p:ext uri="{BB962C8B-B14F-4D97-AF65-F5344CB8AC3E}">
        <p14:creationId xmlns:p14="http://schemas.microsoft.com/office/powerpoint/2010/main" val="4058612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93137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9605f3d7aa_0_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g9605f3d7aa_0_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8C0BA7EB-C3F2-6915-8F2A-C7B07A6E915B}"/>
            </a:ext>
          </a:extLst>
        </p:cNvPr>
        <p:cNvGrpSpPr/>
        <p:nvPr/>
      </p:nvGrpSpPr>
      <p:grpSpPr>
        <a:xfrm>
          <a:off x="0" y="0"/>
          <a:ext cx="0" cy="0"/>
          <a:chOff x="0" y="0"/>
          <a:chExt cx="0" cy="0"/>
        </a:xfrm>
      </p:grpSpPr>
      <p:sp>
        <p:nvSpPr>
          <p:cNvPr id="106" name="Google Shape;106;p2:notes">
            <a:extLst>
              <a:ext uri="{FF2B5EF4-FFF2-40B4-BE49-F238E27FC236}">
                <a16:creationId xmlns:a16="http://schemas.microsoft.com/office/drawing/2014/main" id="{3C80A10E-3DE4-47D3-CAD7-23B6D364CF8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a:extLst>
              <a:ext uri="{FF2B5EF4-FFF2-40B4-BE49-F238E27FC236}">
                <a16:creationId xmlns:a16="http://schemas.microsoft.com/office/drawing/2014/main" id="{3B2FF226-CD28-D806-E25C-2698701A221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01772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E03C1F32-F312-7664-40BB-862E5DDC156A}"/>
            </a:ext>
          </a:extLst>
        </p:cNvPr>
        <p:cNvGrpSpPr/>
        <p:nvPr/>
      </p:nvGrpSpPr>
      <p:grpSpPr>
        <a:xfrm>
          <a:off x="0" y="0"/>
          <a:ext cx="0" cy="0"/>
          <a:chOff x="0" y="0"/>
          <a:chExt cx="0" cy="0"/>
        </a:xfrm>
      </p:grpSpPr>
      <p:sp>
        <p:nvSpPr>
          <p:cNvPr id="106" name="Google Shape;106;p2:notes">
            <a:extLst>
              <a:ext uri="{FF2B5EF4-FFF2-40B4-BE49-F238E27FC236}">
                <a16:creationId xmlns:a16="http://schemas.microsoft.com/office/drawing/2014/main" id="{AF44085F-B929-2D68-57A0-481E6E6CA97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a:extLst>
              <a:ext uri="{FF2B5EF4-FFF2-40B4-BE49-F238E27FC236}">
                <a16:creationId xmlns:a16="http://schemas.microsoft.com/office/drawing/2014/main" id="{D11AA3CE-A84D-57A8-B61D-A370038EFC4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867605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0CDC8F01-4446-EDED-37AC-C831CAFF1952}"/>
            </a:ext>
          </a:extLst>
        </p:cNvPr>
        <p:cNvGrpSpPr/>
        <p:nvPr/>
      </p:nvGrpSpPr>
      <p:grpSpPr>
        <a:xfrm>
          <a:off x="0" y="0"/>
          <a:ext cx="0" cy="0"/>
          <a:chOff x="0" y="0"/>
          <a:chExt cx="0" cy="0"/>
        </a:xfrm>
      </p:grpSpPr>
      <p:sp>
        <p:nvSpPr>
          <p:cNvPr id="106" name="Google Shape;106;p2:notes">
            <a:extLst>
              <a:ext uri="{FF2B5EF4-FFF2-40B4-BE49-F238E27FC236}">
                <a16:creationId xmlns:a16="http://schemas.microsoft.com/office/drawing/2014/main" id="{00F135FA-D11F-D84E-75C5-F4ABBB90ED3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a:extLst>
              <a:ext uri="{FF2B5EF4-FFF2-40B4-BE49-F238E27FC236}">
                <a16:creationId xmlns:a16="http://schemas.microsoft.com/office/drawing/2014/main" id="{13C8E569-19C0-04B1-FCE7-5C3A41B3EC2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298615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36DF8E6C-F5FA-D8C1-22CE-417DD51BEED7}"/>
            </a:ext>
          </a:extLst>
        </p:cNvPr>
        <p:cNvGrpSpPr/>
        <p:nvPr/>
      </p:nvGrpSpPr>
      <p:grpSpPr>
        <a:xfrm>
          <a:off x="0" y="0"/>
          <a:ext cx="0" cy="0"/>
          <a:chOff x="0" y="0"/>
          <a:chExt cx="0" cy="0"/>
        </a:xfrm>
      </p:grpSpPr>
      <p:sp>
        <p:nvSpPr>
          <p:cNvPr id="106" name="Google Shape;106;p2:notes">
            <a:extLst>
              <a:ext uri="{FF2B5EF4-FFF2-40B4-BE49-F238E27FC236}">
                <a16:creationId xmlns:a16="http://schemas.microsoft.com/office/drawing/2014/main" id="{61E0CE63-599A-CF6A-692D-A484A6913B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a:extLst>
              <a:ext uri="{FF2B5EF4-FFF2-40B4-BE49-F238E27FC236}">
                <a16:creationId xmlns:a16="http://schemas.microsoft.com/office/drawing/2014/main" id="{EC1B5D5C-0BAB-8BC3-7798-8F05595EDA4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957245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9B6885DD-0557-E452-909B-5F2897104CC5}"/>
            </a:ext>
          </a:extLst>
        </p:cNvPr>
        <p:cNvGrpSpPr/>
        <p:nvPr/>
      </p:nvGrpSpPr>
      <p:grpSpPr>
        <a:xfrm>
          <a:off x="0" y="0"/>
          <a:ext cx="0" cy="0"/>
          <a:chOff x="0" y="0"/>
          <a:chExt cx="0" cy="0"/>
        </a:xfrm>
      </p:grpSpPr>
      <p:sp>
        <p:nvSpPr>
          <p:cNvPr id="99" name="Google Shape;99;g9605f3d7aa_0_91:notes">
            <a:extLst>
              <a:ext uri="{FF2B5EF4-FFF2-40B4-BE49-F238E27FC236}">
                <a16:creationId xmlns:a16="http://schemas.microsoft.com/office/drawing/2014/main" id="{E286D922-2698-410A-70E3-89994EC0FAD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g9605f3d7aa_0_91:notes">
            <a:extLst>
              <a:ext uri="{FF2B5EF4-FFF2-40B4-BE49-F238E27FC236}">
                <a16:creationId xmlns:a16="http://schemas.microsoft.com/office/drawing/2014/main" id="{220A576C-AE8A-84CD-49C2-4E16D4BF568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934803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D780D40C-8429-0275-183A-2CA92693708B}"/>
            </a:ext>
          </a:extLst>
        </p:cNvPr>
        <p:cNvGrpSpPr/>
        <p:nvPr/>
      </p:nvGrpSpPr>
      <p:grpSpPr>
        <a:xfrm>
          <a:off x="0" y="0"/>
          <a:ext cx="0" cy="0"/>
          <a:chOff x="0" y="0"/>
          <a:chExt cx="0" cy="0"/>
        </a:xfrm>
      </p:grpSpPr>
      <p:sp>
        <p:nvSpPr>
          <p:cNvPr id="106" name="Google Shape;106;p2:notes">
            <a:extLst>
              <a:ext uri="{FF2B5EF4-FFF2-40B4-BE49-F238E27FC236}">
                <a16:creationId xmlns:a16="http://schemas.microsoft.com/office/drawing/2014/main" id="{923D3B57-7394-25B4-2ACF-C752C524790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a:extLst>
              <a:ext uri="{FF2B5EF4-FFF2-40B4-BE49-F238E27FC236}">
                <a16:creationId xmlns:a16="http://schemas.microsoft.com/office/drawing/2014/main" id="{31F02852-DEBF-7FD7-3DD7-AC46C993B6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99489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8242197-7864-0F00-2C10-6D3387D5AAC0}"/>
            </a:ext>
          </a:extLst>
        </p:cNvPr>
        <p:cNvGrpSpPr/>
        <p:nvPr/>
      </p:nvGrpSpPr>
      <p:grpSpPr>
        <a:xfrm>
          <a:off x="0" y="0"/>
          <a:ext cx="0" cy="0"/>
          <a:chOff x="0" y="0"/>
          <a:chExt cx="0" cy="0"/>
        </a:xfrm>
      </p:grpSpPr>
      <p:sp>
        <p:nvSpPr>
          <p:cNvPr id="106" name="Google Shape;106;p2:notes">
            <a:extLst>
              <a:ext uri="{FF2B5EF4-FFF2-40B4-BE49-F238E27FC236}">
                <a16:creationId xmlns:a16="http://schemas.microsoft.com/office/drawing/2014/main" id="{8D1AACEC-7C70-EE10-B13A-BD9B6B678F8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The </a:t>
            </a:r>
            <a:r>
              <a:rPr lang="en-US" dirty="0" err="1"/>
              <a:t>PorosSubsystems</a:t>
            </a:r>
            <a:r>
              <a:rPr lang="en-US" dirty="0"/>
              <a:t> class is designed to centralize the management of all subsystems. It initializes each subsystem and provides getter functions for commands to access them. This approach avoids the need to pass subsystem instances around manually, reducing code duplication and improving readability. For example, the drivetrain subsystem is initialized and made accessible through a public method. By encapsulating subsystem initialization, </a:t>
            </a:r>
            <a:r>
              <a:rPr lang="en-US" dirty="0" err="1"/>
              <a:t>PorosSubsystems</a:t>
            </a:r>
            <a:r>
              <a:rPr lang="en-US" dirty="0"/>
              <a:t> simplifies the overall architecture and enhances maintainability.</a:t>
            </a:r>
            <a:endParaRPr dirty="0"/>
          </a:p>
        </p:txBody>
      </p:sp>
      <p:sp>
        <p:nvSpPr>
          <p:cNvPr id="107" name="Google Shape;107;p2:notes">
            <a:extLst>
              <a:ext uri="{FF2B5EF4-FFF2-40B4-BE49-F238E27FC236}">
                <a16:creationId xmlns:a16="http://schemas.microsoft.com/office/drawing/2014/main" id="{CD1F8393-C9D5-B634-59BA-2ECD1C8322A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40213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92A21C77-5D65-DE34-0023-86E834926DAB}"/>
            </a:ext>
          </a:extLst>
        </p:cNvPr>
        <p:cNvGrpSpPr/>
        <p:nvPr/>
      </p:nvGrpSpPr>
      <p:grpSpPr>
        <a:xfrm>
          <a:off x="0" y="0"/>
          <a:ext cx="0" cy="0"/>
          <a:chOff x="0" y="0"/>
          <a:chExt cx="0" cy="0"/>
        </a:xfrm>
      </p:grpSpPr>
      <p:sp>
        <p:nvSpPr>
          <p:cNvPr id="106" name="Google Shape;106;p2:notes">
            <a:extLst>
              <a:ext uri="{FF2B5EF4-FFF2-40B4-BE49-F238E27FC236}">
                <a16:creationId xmlns:a16="http://schemas.microsoft.com/office/drawing/2014/main" id="{A3EC49DA-90C9-8AD4-D629-CD3EF68AF4B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The </a:t>
            </a:r>
            <a:r>
              <a:rPr lang="en-US" dirty="0" err="1"/>
              <a:t>RobotTester</a:t>
            </a:r>
            <a:r>
              <a:rPr lang="en-US" dirty="0"/>
              <a:t> class manages debug and testing commands. It initializes debug commands when the “test” mode is selected and enabled inside the FRC driver station. The class ensures that debug commands are only generated once, preventing redundant initialization. By encapsulating testing logic, </a:t>
            </a:r>
            <a:r>
              <a:rPr lang="en-US" dirty="0" err="1"/>
              <a:t>RobotTester</a:t>
            </a:r>
            <a:r>
              <a:rPr lang="en-US" dirty="0"/>
              <a:t> facilitates efficient debugging and enhances the reliability of the robot during development and competition.</a:t>
            </a:r>
            <a:endParaRPr dirty="0"/>
          </a:p>
        </p:txBody>
      </p:sp>
      <p:sp>
        <p:nvSpPr>
          <p:cNvPr id="107" name="Google Shape;107;p2:notes">
            <a:extLst>
              <a:ext uri="{FF2B5EF4-FFF2-40B4-BE49-F238E27FC236}">
                <a16:creationId xmlns:a16="http://schemas.microsoft.com/office/drawing/2014/main" id="{1AA35B81-1511-263D-D5FD-14B4A9A5477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232695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FEF4D4F3-8E23-3BA0-4E61-BE90C39B52E8}"/>
            </a:ext>
          </a:extLst>
        </p:cNvPr>
        <p:cNvGrpSpPr/>
        <p:nvPr/>
      </p:nvGrpSpPr>
      <p:grpSpPr>
        <a:xfrm>
          <a:off x="0" y="0"/>
          <a:ext cx="0" cy="0"/>
          <a:chOff x="0" y="0"/>
          <a:chExt cx="0" cy="0"/>
        </a:xfrm>
      </p:grpSpPr>
      <p:sp>
        <p:nvSpPr>
          <p:cNvPr id="106" name="Google Shape;106;p2:notes">
            <a:extLst>
              <a:ext uri="{FF2B5EF4-FFF2-40B4-BE49-F238E27FC236}">
                <a16:creationId xmlns:a16="http://schemas.microsoft.com/office/drawing/2014/main" id="{F8C881D4-88C8-C457-6191-0DF8BADC0D8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kern="1200" dirty="0">
                <a:solidFill>
                  <a:schemeClr val="tx1"/>
                </a:solidFill>
                <a:effectLst/>
                <a:latin typeface="+mn-lt"/>
                <a:ea typeface="+mn-ea"/>
                <a:cs typeface="+mn-cs"/>
              </a:rPr>
              <a:t>The </a:t>
            </a:r>
            <a:r>
              <a:rPr lang="en-US" sz="1200" kern="1200" dirty="0" err="1">
                <a:solidFill>
                  <a:schemeClr val="tx1"/>
                </a:solidFill>
                <a:effectLst/>
                <a:latin typeface="+mn-lt"/>
                <a:ea typeface="+mn-ea"/>
                <a:cs typeface="+mn-cs"/>
              </a:rPr>
              <a:t>ControllersGenerator</a:t>
            </a:r>
            <a:r>
              <a:rPr lang="en-US" sz="1200" kern="1200" dirty="0">
                <a:solidFill>
                  <a:schemeClr val="tx1"/>
                </a:solidFill>
                <a:effectLst/>
                <a:latin typeface="+mn-lt"/>
                <a:ea typeface="+mn-ea"/>
                <a:cs typeface="+mn-cs"/>
              </a:rPr>
              <a:t> class is responsible for configuring controller bindings separately from </a:t>
            </a:r>
            <a:r>
              <a:rPr lang="en-US" sz="1200" kern="1200" dirty="0" err="1">
                <a:solidFill>
                  <a:schemeClr val="tx1"/>
                </a:solidFill>
                <a:effectLst/>
                <a:latin typeface="+mn-lt"/>
                <a:ea typeface="+mn-ea"/>
                <a:cs typeface="+mn-cs"/>
              </a:rPr>
              <a:t>RobotContainer</a:t>
            </a:r>
            <a:r>
              <a:rPr lang="en-US" sz="1200" kern="1200" dirty="0">
                <a:solidFill>
                  <a:schemeClr val="tx1"/>
                </a:solidFill>
                <a:effectLst/>
                <a:latin typeface="+mn-lt"/>
                <a:ea typeface="+mn-ea"/>
                <a:cs typeface="+mn-cs"/>
              </a:rPr>
              <a:t>. It initializes </a:t>
            </a:r>
            <a:r>
              <a:rPr lang="en-US" sz="1200" kern="1200" dirty="0" err="1">
                <a:solidFill>
                  <a:schemeClr val="tx1"/>
                </a:solidFill>
                <a:effectLst/>
                <a:latin typeface="+mn-lt"/>
                <a:ea typeface="+mn-ea"/>
                <a:cs typeface="+mn-cs"/>
              </a:rPr>
              <a:t>XboxController</a:t>
            </a:r>
            <a:r>
              <a:rPr lang="en-US" sz="1200" kern="1200" dirty="0">
                <a:solidFill>
                  <a:schemeClr val="tx1"/>
                </a:solidFill>
                <a:effectLst/>
                <a:latin typeface="+mn-lt"/>
                <a:ea typeface="+mn-ea"/>
                <a:cs typeface="+mn-cs"/>
              </a:rPr>
              <a:t> instances for the driver and operator, and sets up triggers to execute commands based on controller input. For example, pressing the start button triggers a </a:t>
            </a:r>
            <a:r>
              <a:rPr lang="en-US" sz="1200" kern="1200" dirty="0" err="1">
                <a:solidFill>
                  <a:schemeClr val="tx1"/>
                </a:solidFill>
                <a:effectLst/>
                <a:latin typeface="+mn-lt"/>
                <a:ea typeface="+mn-ea"/>
                <a:cs typeface="+mn-cs"/>
              </a:rPr>
              <a:t>ResetHeading</a:t>
            </a:r>
            <a:r>
              <a:rPr lang="en-US" sz="1200" kern="1200" dirty="0">
                <a:solidFill>
                  <a:schemeClr val="tx1"/>
                </a:solidFill>
                <a:effectLst/>
                <a:latin typeface="+mn-lt"/>
                <a:ea typeface="+mn-ea"/>
                <a:cs typeface="+mn-cs"/>
              </a:rPr>
              <a:t> command, while holding the B button activates a </a:t>
            </a:r>
            <a:r>
              <a:rPr lang="en-US" sz="1200" kern="1200" dirty="0" err="1">
                <a:solidFill>
                  <a:schemeClr val="tx1"/>
                </a:solidFill>
                <a:effectLst/>
                <a:latin typeface="+mn-lt"/>
                <a:ea typeface="+mn-ea"/>
                <a:cs typeface="+mn-cs"/>
              </a:rPr>
              <a:t>HardStop</a:t>
            </a:r>
            <a:r>
              <a:rPr lang="en-US" sz="1200" kern="1200" dirty="0">
                <a:solidFill>
                  <a:schemeClr val="tx1"/>
                </a:solidFill>
                <a:effectLst/>
                <a:latin typeface="+mn-lt"/>
                <a:ea typeface="+mn-ea"/>
                <a:cs typeface="+mn-cs"/>
              </a:rPr>
              <a:t> command. The class also sets a default drive command using </a:t>
            </a:r>
            <a:r>
              <a:rPr lang="en-US" sz="1200" kern="1200" dirty="0" err="1">
                <a:solidFill>
                  <a:schemeClr val="tx1"/>
                </a:solidFill>
                <a:effectLst/>
                <a:latin typeface="+mn-lt"/>
                <a:ea typeface="+mn-ea"/>
                <a:cs typeface="+mn-cs"/>
              </a:rPr>
              <a:t>ControllerDriveCommand</a:t>
            </a:r>
            <a:r>
              <a:rPr lang="en-US" sz="1200" kern="1200" dirty="0">
                <a:solidFill>
                  <a:schemeClr val="tx1"/>
                </a:solidFill>
                <a:effectLst/>
                <a:latin typeface="+mn-lt"/>
                <a:ea typeface="+mn-ea"/>
                <a:cs typeface="+mn-cs"/>
              </a:rPr>
              <a:t>. By isolating controller logic, </a:t>
            </a:r>
            <a:r>
              <a:rPr lang="en-US" sz="1200" kern="1200" dirty="0" err="1">
                <a:solidFill>
                  <a:schemeClr val="tx1"/>
                </a:solidFill>
                <a:effectLst/>
                <a:latin typeface="+mn-lt"/>
                <a:ea typeface="+mn-ea"/>
                <a:cs typeface="+mn-cs"/>
              </a:rPr>
              <a:t>ControllersGenerator</a:t>
            </a:r>
            <a:r>
              <a:rPr lang="en-US" sz="1200" kern="1200" dirty="0">
                <a:solidFill>
                  <a:schemeClr val="tx1"/>
                </a:solidFill>
                <a:effectLst/>
                <a:latin typeface="+mn-lt"/>
                <a:ea typeface="+mn-ea"/>
                <a:cs typeface="+mn-cs"/>
              </a:rPr>
              <a:t> improves code organization and makes it easier to modify or extend controller behavior without affecting other parts of the codebase.</a:t>
            </a:r>
            <a:endParaRPr dirty="0"/>
          </a:p>
        </p:txBody>
      </p:sp>
      <p:sp>
        <p:nvSpPr>
          <p:cNvPr id="107" name="Google Shape;107;p2:notes">
            <a:extLst>
              <a:ext uri="{FF2B5EF4-FFF2-40B4-BE49-F238E27FC236}">
                <a16:creationId xmlns:a16="http://schemas.microsoft.com/office/drawing/2014/main" id="{CB4ED588-C61D-F11A-E0BF-9DC3EEF94F4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048828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0EE64941-CD51-1320-00A8-1585D481AE43}"/>
            </a:ext>
          </a:extLst>
        </p:cNvPr>
        <p:cNvGrpSpPr/>
        <p:nvPr/>
      </p:nvGrpSpPr>
      <p:grpSpPr>
        <a:xfrm>
          <a:off x="0" y="0"/>
          <a:ext cx="0" cy="0"/>
          <a:chOff x="0" y="0"/>
          <a:chExt cx="0" cy="0"/>
        </a:xfrm>
      </p:grpSpPr>
      <p:sp>
        <p:nvSpPr>
          <p:cNvPr id="106" name="Google Shape;106;p2:notes">
            <a:extLst>
              <a:ext uri="{FF2B5EF4-FFF2-40B4-BE49-F238E27FC236}">
                <a16:creationId xmlns:a16="http://schemas.microsoft.com/office/drawing/2014/main" id="{8E391D1D-BF05-ABC5-E0A4-7490C0F082A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a:extLst>
              <a:ext uri="{FF2B5EF4-FFF2-40B4-BE49-F238E27FC236}">
                <a16:creationId xmlns:a16="http://schemas.microsoft.com/office/drawing/2014/main" id="{4CACCD56-F04E-6525-4CEE-558C887460D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899899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E85E59A8-B85C-DE3A-8C93-4A2559E7CA95}"/>
            </a:ext>
          </a:extLst>
        </p:cNvPr>
        <p:cNvGrpSpPr/>
        <p:nvPr/>
      </p:nvGrpSpPr>
      <p:grpSpPr>
        <a:xfrm>
          <a:off x="0" y="0"/>
          <a:ext cx="0" cy="0"/>
          <a:chOff x="0" y="0"/>
          <a:chExt cx="0" cy="0"/>
        </a:xfrm>
      </p:grpSpPr>
      <p:sp>
        <p:nvSpPr>
          <p:cNvPr id="106" name="Google Shape;106;p2:notes">
            <a:extLst>
              <a:ext uri="{FF2B5EF4-FFF2-40B4-BE49-F238E27FC236}">
                <a16:creationId xmlns:a16="http://schemas.microsoft.com/office/drawing/2014/main" id="{762DE056-5E57-A6CA-9033-27AD9A6139D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a:extLst>
              <a:ext uri="{FF2B5EF4-FFF2-40B4-BE49-F238E27FC236}">
                <a16:creationId xmlns:a16="http://schemas.microsoft.com/office/drawing/2014/main" id="{C3D151B0-3ACB-A06B-A8A8-8ECC632AAD8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27678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F29565FF-F5AF-9335-DD39-9ED66E27DCE2}"/>
            </a:ext>
          </a:extLst>
        </p:cNvPr>
        <p:cNvGrpSpPr/>
        <p:nvPr/>
      </p:nvGrpSpPr>
      <p:grpSpPr>
        <a:xfrm>
          <a:off x="0" y="0"/>
          <a:ext cx="0" cy="0"/>
          <a:chOff x="0" y="0"/>
          <a:chExt cx="0" cy="0"/>
        </a:xfrm>
      </p:grpSpPr>
      <p:sp>
        <p:nvSpPr>
          <p:cNvPr id="106" name="Google Shape;106;p2:notes">
            <a:extLst>
              <a:ext uri="{FF2B5EF4-FFF2-40B4-BE49-F238E27FC236}">
                <a16:creationId xmlns:a16="http://schemas.microsoft.com/office/drawing/2014/main" id="{2E5C707D-7AC4-B98C-8E9A-D192A42C894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b="0" i="0" u="none" strike="noStrike" kern="1200" dirty="0" err="1">
                <a:solidFill>
                  <a:schemeClr val="tx1"/>
                </a:solidFill>
                <a:effectLst/>
                <a:latin typeface="+mn-lt"/>
                <a:ea typeface="+mn-ea"/>
                <a:cs typeface="+mn-cs"/>
              </a:rPr>
              <a:t>AutoManager</a:t>
            </a:r>
            <a:r>
              <a:rPr lang="en-US" sz="1200" b="0" i="0" u="none" strike="noStrike" kern="1200" dirty="0">
                <a:solidFill>
                  <a:schemeClr val="tx1"/>
                </a:solidFill>
                <a:effectLst/>
                <a:latin typeface="+mn-lt"/>
                <a:ea typeface="+mn-ea"/>
                <a:cs typeface="+mn-cs"/>
              </a:rPr>
              <a:t> handles autonomous command selection and alliance-specific configurations. It extends </a:t>
            </a:r>
            <a:r>
              <a:rPr lang="en-US" sz="1200" b="0" i="0" u="none" strike="noStrike" kern="1200" dirty="0" err="1">
                <a:solidFill>
                  <a:schemeClr val="tx1"/>
                </a:solidFill>
                <a:effectLst/>
                <a:latin typeface="+mn-lt"/>
                <a:ea typeface="+mn-ea"/>
                <a:cs typeface="+mn-cs"/>
              </a:rPr>
              <a:t>SendableChooser</a:t>
            </a:r>
            <a:r>
              <a:rPr lang="en-US" sz="1200" b="0" i="0" u="none" strike="noStrike" kern="1200" dirty="0">
                <a:solidFill>
                  <a:schemeClr val="tx1"/>
                </a:solidFill>
                <a:effectLst/>
                <a:latin typeface="+mn-lt"/>
                <a:ea typeface="+mn-ea"/>
                <a:cs typeface="+mn-cs"/>
              </a:rPr>
              <a:t> to allow dynamic selection of autonomous routines based on the selected alliance color. The class publishes chooser elements to the Shuffleboard Autonomous tab and reloads commands when the alliance changes. It wraps autonomous routines using </a:t>
            </a:r>
            <a:r>
              <a:rPr lang="en-US" sz="1200" b="0" i="0" u="none" strike="noStrike" kern="1200" dirty="0" err="1">
                <a:solidFill>
                  <a:schemeClr val="tx1"/>
                </a:solidFill>
                <a:effectLst/>
                <a:latin typeface="+mn-lt"/>
                <a:ea typeface="+mn-ea"/>
                <a:cs typeface="+mn-cs"/>
              </a:rPr>
              <a:t>DynamicAutoSupplier</a:t>
            </a:r>
            <a:r>
              <a:rPr lang="en-US" sz="1200" b="0" i="0" u="none" strike="noStrike" kern="1200" dirty="0">
                <a:solidFill>
                  <a:schemeClr val="tx1"/>
                </a:solidFill>
                <a:effectLst/>
                <a:latin typeface="+mn-lt"/>
                <a:ea typeface="+mn-ea"/>
                <a:cs typeface="+mn-cs"/>
              </a:rPr>
              <a:t> and exposes the selected command via </a:t>
            </a:r>
            <a:r>
              <a:rPr lang="en-US" sz="1200" b="0" i="0" u="none" strike="noStrike" kern="1200" dirty="0" err="1">
                <a:solidFill>
                  <a:schemeClr val="tx1"/>
                </a:solidFill>
                <a:effectLst/>
                <a:latin typeface="+mn-lt"/>
                <a:ea typeface="+mn-ea"/>
                <a:cs typeface="+mn-cs"/>
              </a:rPr>
              <a:t>getSelectedAuto</a:t>
            </a:r>
            <a:r>
              <a:rPr lang="en-US" sz="1200" b="0" i="0" u="none" strike="noStrike" kern="1200" dirty="0">
                <a:solidFill>
                  <a:schemeClr val="tx1"/>
                </a:solidFill>
                <a:effectLst/>
                <a:latin typeface="+mn-lt"/>
                <a:ea typeface="+mn-ea"/>
                <a:cs typeface="+mn-cs"/>
              </a:rPr>
              <a:t>(). This design provides flexibility and ensures that the robot executes the correct autonomous behavior based on match conditions</a:t>
            </a:r>
            <a:endParaRPr dirty="0"/>
          </a:p>
        </p:txBody>
      </p:sp>
      <p:sp>
        <p:nvSpPr>
          <p:cNvPr id="107" name="Google Shape;107;p2:notes">
            <a:extLst>
              <a:ext uri="{FF2B5EF4-FFF2-40B4-BE49-F238E27FC236}">
                <a16:creationId xmlns:a16="http://schemas.microsoft.com/office/drawing/2014/main" id="{33E0A8E5-D342-A7F3-16A4-B4C5EEABD8B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958895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859743E0-B222-01B8-11B8-16C255DC22E0}"/>
            </a:ext>
          </a:extLst>
        </p:cNvPr>
        <p:cNvGrpSpPr/>
        <p:nvPr/>
      </p:nvGrpSpPr>
      <p:grpSpPr>
        <a:xfrm>
          <a:off x="0" y="0"/>
          <a:ext cx="0" cy="0"/>
          <a:chOff x="0" y="0"/>
          <a:chExt cx="0" cy="0"/>
        </a:xfrm>
      </p:grpSpPr>
      <p:sp>
        <p:nvSpPr>
          <p:cNvPr id="106" name="Google Shape;106;p2:notes">
            <a:extLst>
              <a:ext uri="{FF2B5EF4-FFF2-40B4-BE49-F238E27FC236}">
                <a16:creationId xmlns:a16="http://schemas.microsoft.com/office/drawing/2014/main" id="{36217E10-A1A6-0B4A-D20F-B8021AFF80D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a:extLst>
              <a:ext uri="{FF2B5EF4-FFF2-40B4-BE49-F238E27FC236}">
                <a16:creationId xmlns:a16="http://schemas.microsoft.com/office/drawing/2014/main" id="{EB104203-AB07-8BBC-DA75-81115052878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217716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A6FBE43E-A6DC-32DC-4CEF-2243C217718E}"/>
            </a:ext>
          </a:extLst>
        </p:cNvPr>
        <p:cNvGrpSpPr/>
        <p:nvPr/>
      </p:nvGrpSpPr>
      <p:grpSpPr>
        <a:xfrm>
          <a:off x="0" y="0"/>
          <a:ext cx="0" cy="0"/>
          <a:chOff x="0" y="0"/>
          <a:chExt cx="0" cy="0"/>
        </a:xfrm>
      </p:grpSpPr>
      <p:sp>
        <p:nvSpPr>
          <p:cNvPr id="106" name="Google Shape;106;p2:notes">
            <a:extLst>
              <a:ext uri="{FF2B5EF4-FFF2-40B4-BE49-F238E27FC236}">
                <a16:creationId xmlns:a16="http://schemas.microsoft.com/office/drawing/2014/main" id="{51F32687-CF8A-FA08-4847-0C9C3BBB422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a:extLst>
              <a:ext uri="{FF2B5EF4-FFF2-40B4-BE49-F238E27FC236}">
                <a16:creationId xmlns:a16="http://schemas.microsoft.com/office/drawing/2014/main" id="{8292DCEC-68E3-882A-6765-DFC60555493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8053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D251F806-0325-47C8-CC5E-446D31EC11E4}"/>
            </a:ext>
          </a:extLst>
        </p:cNvPr>
        <p:cNvGrpSpPr/>
        <p:nvPr/>
      </p:nvGrpSpPr>
      <p:grpSpPr>
        <a:xfrm>
          <a:off x="0" y="0"/>
          <a:ext cx="0" cy="0"/>
          <a:chOff x="0" y="0"/>
          <a:chExt cx="0" cy="0"/>
        </a:xfrm>
      </p:grpSpPr>
      <p:sp>
        <p:nvSpPr>
          <p:cNvPr id="99" name="Google Shape;99;g9605f3d7aa_0_91:notes">
            <a:extLst>
              <a:ext uri="{FF2B5EF4-FFF2-40B4-BE49-F238E27FC236}">
                <a16:creationId xmlns:a16="http://schemas.microsoft.com/office/drawing/2014/main" id="{77DD1837-92B0-6BEC-8A5C-9E3563DF825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g9605f3d7aa_0_91:notes">
            <a:extLst>
              <a:ext uri="{FF2B5EF4-FFF2-40B4-BE49-F238E27FC236}">
                <a16:creationId xmlns:a16="http://schemas.microsoft.com/office/drawing/2014/main" id="{EE30B1E9-303B-0D11-3D35-76C840B4A0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046937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8DCF9523-A47A-0B5E-A453-633073CDE8BD}"/>
            </a:ext>
          </a:extLst>
        </p:cNvPr>
        <p:cNvGrpSpPr/>
        <p:nvPr/>
      </p:nvGrpSpPr>
      <p:grpSpPr>
        <a:xfrm>
          <a:off x="0" y="0"/>
          <a:ext cx="0" cy="0"/>
          <a:chOff x="0" y="0"/>
          <a:chExt cx="0" cy="0"/>
        </a:xfrm>
      </p:grpSpPr>
      <p:sp>
        <p:nvSpPr>
          <p:cNvPr id="106" name="Google Shape;106;p2:notes">
            <a:extLst>
              <a:ext uri="{FF2B5EF4-FFF2-40B4-BE49-F238E27FC236}">
                <a16:creationId xmlns:a16="http://schemas.microsoft.com/office/drawing/2014/main" id="{E28118BC-2326-D2FF-B41C-A9518AEBB85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a:extLst>
              <a:ext uri="{FF2B5EF4-FFF2-40B4-BE49-F238E27FC236}">
                <a16:creationId xmlns:a16="http://schemas.microsoft.com/office/drawing/2014/main" id="{B2A84452-6567-A9C5-709B-FFC91B7A426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873482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39345-1042-B16F-81BC-E5DCC3BE4D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D4FD9B6-D672-4B5C-5C92-E458E99228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D36B8E-3A78-39AB-9E2A-0687938ED748}"/>
              </a:ext>
            </a:extLst>
          </p:cNvPr>
          <p:cNvSpPr>
            <a:spLocks noGrp="1"/>
          </p:cNvSpPr>
          <p:nvPr>
            <p:ph type="dt" sz="half" idx="10"/>
          </p:nvPr>
        </p:nvSpPr>
        <p:spPr/>
        <p:txBody>
          <a:bodyPr/>
          <a:lstStyle/>
          <a:p>
            <a:fld id="{47384586-2DFC-4B14-A89C-EC5274A0DF23}" type="datetimeFigureOut">
              <a:rPr lang="en-US" smtClean="0"/>
              <a:t>10/25/2025</a:t>
            </a:fld>
            <a:endParaRPr lang="en-US"/>
          </a:p>
        </p:txBody>
      </p:sp>
      <p:sp>
        <p:nvSpPr>
          <p:cNvPr id="5" name="Footer Placeholder 4">
            <a:extLst>
              <a:ext uri="{FF2B5EF4-FFF2-40B4-BE49-F238E27FC236}">
                <a16:creationId xmlns:a16="http://schemas.microsoft.com/office/drawing/2014/main" id="{5B700AD3-C210-954A-139C-13EE9DFE82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77E273-9355-FF75-BEBA-1020370F98E0}"/>
              </a:ext>
            </a:extLst>
          </p:cNvPr>
          <p:cNvSpPr>
            <a:spLocks noGrp="1"/>
          </p:cNvSpPr>
          <p:nvPr>
            <p:ph type="sldNum" sz="quarter" idx="12"/>
          </p:nvPr>
        </p:nvSpPr>
        <p:spPr/>
        <p:txBody>
          <a:bodyPr/>
          <a:lstStyle/>
          <a:p>
            <a:fld id="{138BB574-7B48-4DFA-B633-F66BBD767072}" type="slidenum">
              <a:rPr lang="en-US" smtClean="0"/>
              <a:t>‹#›</a:t>
            </a:fld>
            <a:endParaRPr lang="en-US"/>
          </a:p>
        </p:txBody>
      </p:sp>
    </p:spTree>
    <p:extLst>
      <p:ext uri="{BB962C8B-B14F-4D97-AF65-F5344CB8AC3E}">
        <p14:creationId xmlns:p14="http://schemas.microsoft.com/office/powerpoint/2010/main" val="1653748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E895E-5EEE-960F-5755-D113DA1971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2CA60F-AD18-4B8C-BB3A-114ABB3046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FC4AA6-2CC3-D4A6-2D9E-B25A131961F2}"/>
              </a:ext>
            </a:extLst>
          </p:cNvPr>
          <p:cNvSpPr>
            <a:spLocks noGrp="1"/>
          </p:cNvSpPr>
          <p:nvPr>
            <p:ph type="dt" sz="half" idx="10"/>
          </p:nvPr>
        </p:nvSpPr>
        <p:spPr/>
        <p:txBody>
          <a:bodyPr/>
          <a:lstStyle/>
          <a:p>
            <a:fld id="{47384586-2DFC-4B14-A89C-EC5274A0DF23}" type="datetimeFigureOut">
              <a:rPr lang="en-US" smtClean="0"/>
              <a:t>10/25/2025</a:t>
            </a:fld>
            <a:endParaRPr lang="en-US"/>
          </a:p>
        </p:txBody>
      </p:sp>
      <p:sp>
        <p:nvSpPr>
          <p:cNvPr id="5" name="Footer Placeholder 4">
            <a:extLst>
              <a:ext uri="{FF2B5EF4-FFF2-40B4-BE49-F238E27FC236}">
                <a16:creationId xmlns:a16="http://schemas.microsoft.com/office/drawing/2014/main" id="{42E8CC51-1644-E241-AA5B-C2CA8C9C96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BF2C33-3833-DC78-E808-0029A9ABC054}"/>
              </a:ext>
            </a:extLst>
          </p:cNvPr>
          <p:cNvSpPr>
            <a:spLocks noGrp="1"/>
          </p:cNvSpPr>
          <p:nvPr>
            <p:ph type="sldNum" sz="quarter" idx="12"/>
          </p:nvPr>
        </p:nvSpPr>
        <p:spPr/>
        <p:txBody>
          <a:bodyPr/>
          <a:lstStyle/>
          <a:p>
            <a:fld id="{138BB574-7B48-4DFA-B633-F66BBD767072}" type="slidenum">
              <a:rPr lang="en-US" smtClean="0"/>
              <a:t>‹#›</a:t>
            </a:fld>
            <a:endParaRPr lang="en-US"/>
          </a:p>
        </p:txBody>
      </p:sp>
    </p:spTree>
    <p:extLst>
      <p:ext uri="{BB962C8B-B14F-4D97-AF65-F5344CB8AC3E}">
        <p14:creationId xmlns:p14="http://schemas.microsoft.com/office/powerpoint/2010/main" val="1381902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33A57-DD76-8E18-19A2-8802981E45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0C83766-D42B-B828-3508-0E0C844604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8C2E15-5F77-EFDE-59CE-6BEA35676F3A}"/>
              </a:ext>
            </a:extLst>
          </p:cNvPr>
          <p:cNvSpPr>
            <a:spLocks noGrp="1"/>
          </p:cNvSpPr>
          <p:nvPr>
            <p:ph type="dt" sz="half" idx="10"/>
          </p:nvPr>
        </p:nvSpPr>
        <p:spPr/>
        <p:txBody>
          <a:bodyPr/>
          <a:lstStyle/>
          <a:p>
            <a:fld id="{47384586-2DFC-4B14-A89C-EC5274A0DF23}" type="datetimeFigureOut">
              <a:rPr lang="en-US" smtClean="0"/>
              <a:t>10/25/2025</a:t>
            </a:fld>
            <a:endParaRPr lang="en-US"/>
          </a:p>
        </p:txBody>
      </p:sp>
      <p:sp>
        <p:nvSpPr>
          <p:cNvPr id="5" name="Footer Placeholder 4">
            <a:extLst>
              <a:ext uri="{FF2B5EF4-FFF2-40B4-BE49-F238E27FC236}">
                <a16:creationId xmlns:a16="http://schemas.microsoft.com/office/drawing/2014/main" id="{DFFEC3B6-079F-5DAA-37BB-552A2AF8D0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C351DC-EF07-3BF5-8241-A21D19238E34}"/>
              </a:ext>
            </a:extLst>
          </p:cNvPr>
          <p:cNvSpPr>
            <a:spLocks noGrp="1"/>
          </p:cNvSpPr>
          <p:nvPr>
            <p:ph type="sldNum" sz="quarter" idx="12"/>
          </p:nvPr>
        </p:nvSpPr>
        <p:spPr/>
        <p:txBody>
          <a:bodyPr/>
          <a:lstStyle/>
          <a:p>
            <a:fld id="{138BB574-7B48-4DFA-B633-F66BBD767072}" type="slidenum">
              <a:rPr lang="en-US" smtClean="0"/>
              <a:t>‹#›</a:t>
            </a:fld>
            <a:endParaRPr lang="en-US"/>
          </a:p>
        </p:txBody>
      </p:sp>
    </p:spTree>
    <p:extLst>
      <p:ext uri="{BB962C8B-B14F-4D97-AF65-F5344CB8AC3E}">
        <p14:creationId xmlns:p14="http://schemas.microsoft.com/office/powerpoint/2010/main" val="1845403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8EF59-2EC5-DDA5-213A-E7E3CCDEB9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6D375C-EAF0-8ABD-FCC3-A93BB6375F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CAC49F-FEF7-BCB7-1EBB-4256B9A9B6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FCF054-877F-A176-CC3C-A12A1E0DE96D}"/>
              </a:ext>
            </a:extLst>
          </p:cNvPr>
          <p:cNvSpPr>
            <a:spLocks noGrp="1"/>
          </p:cNvSpPr>
          <p:nvPr>
            <p:ph type="dt" sz="half" idx="10"/>
          </p:nvPr>
        </p:nvSpPr>
        <p:spPr/>
        <p:txBody>
          <a:bodyPr/>
          <a:lstStyle/>
          <a:p>
            <a:fld id="{47384586-2DFC-4B14-A89C-EC5274A0DF23}" type="datetimeFigureOut">
              <a:rPr lang="en-US" smtClean="0"/>
              <a:t>10/25/2025</a:t>
            </a:fld>
            <a:endParaRPr lang="en-US"/>
          </a:p>
        </p:txBody>
      </p:sp>
      <p:sp>
        <p:nvSpPr>
          <p:cNvPr id="6" name="Footer Placeholder 5">
            <a:extLst>
              <a:ext uri="{FF2B5EF4-FFF2-40B4-BE49-F238E27FC236}">
                <a16:creationId xmlns:a16="http://schemas.microsoft.com/office/drawing/2014/main" id="{3807E91E-751E-ABC2-EEBC-E0A9D13C2E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E7ED82-6D12-3F66-49E9-64243733694D}"/>
              </a:ext>
            </a:extLst>
          </p:cNvPr>
          <p:cNvSpPr>
            <a:spLocks noGrp="1"/>
          </p:cNvSpPr>
          <p:nvPr>
            <p:ph type="sldNum" sz="quarter" idx="12"/>
          </p:nvPr>
        </p:nvSpPr>
        <p:spPr/>
        <p:txBody>
          <a:bodyPr/>
          <a:lstStyle/>
          <a:p>
            <a:fld id="{138BB574-7B48-4DFA-B633-F66BBD767072}" type="slidenum">
              <a:rPr lang="en-US" smtClean="0"/>
              <a:t>‹#›</a:t>
            </a:fld>
            <a:endParaRPr lang="en-US"/>
          </a:p>
        </p:txBody>
      </p:sp>
    </p:spTree>
    <p:extLst>
      <p:ext uri="{BB962C8B-B14F-4D97-AF65-F5344CB8AC3E}">
        <p14:creationId xmlns:p14="http://schemas.microsoft.com/office/powerpoint/2010/main" val="3531724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CEEFE-A206-6A19-E70B-D3937DF25DF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AFF7E4-D8C9-660A-B1A9-74D09A95DE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26EF59-9693-2C14-7486-1D465A3A1D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1710E6C-BEB5-FE60-D73F-E44176DDAE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D73029-7E69-AF57-B903-2920710CA5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FF887-925F-48D9-ADEB-7C8DA7146576}"/>
              </a:ext>
            </a:extLst>
          </p:cNvPr>
          <p:cNvSpPr>
            <a:spLocks noGrp="1"/>
          </p:cNvSpPr>
          <p:nvPr>
            <p:ph type="dt" sz="half" idx="10"/>
          </p:nvPr>
        </p:nvSpPr>
        <p:spPr/>
        <p:txBody>
          <a:bodyPr/>
          <a:lstStyle/>
          <a:p>
            <a:fld id="{47384586-2DFC-4B14-A89C-EC5274A0DF23}" type="datetimeFigureOut">
              <a:rPr lang="en-US" smtClean="0"/>
              <a:t>10/25/2025</a:t>
            </a:fld>
            <a:endParaRPr lang="en-US"/>
          </a:p>
        </p:txBody>
      </p:sp>
      <p:sp>
        <p:nvSpPr>
          <p:cNvPr id="8" name="Footer Placeholder 7">
            <a:extLst>
              <a:ext uri="{FF2B5EF4-FFF2-40B4-BE49-F238E27FC236}">
                <a16:creationId xmlns:a16="http://schemas.microsoft.com/office/drawing/2014/main" id="{EC5306B9-AEEA-FEA4-7353-9D294B3E72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B13D281-8AFA-F143-A9F9-38E076124C0E}"/>
              </a:ext>
            </a:extLst>
          </p:cNvPr>
          <p:cNvSpPr>
            <a:spLocks noGrp="1"/>
          </p:cNvSpPr>
          <p:nvPr>
            <p:ph type="sldNum" sz="quarter" idx="12"/>
          </p:nvPr>
        </p:nvSpPr>
        <p:spPr/>
        <p:txBody>
          <a:bodyPr/>
          <a:lstStyle/>
          <a:p>
            <a:fld id="{138BB574-7B48-4DFA-B633-F66BBD767072}" type="slidenum">
              <a:rPr lang="en-US" smtClean="0"/>
              <a:t>‹#›</a:t>
            </a:fld>
            <a:endParaRPr lang="en-US"/>
          </a:p>
        </p:txBody>
      </p:sp>
    </p:spTree>
    <p:extLst>
      <p:ext uri="{BB962C8B-B14F-4D97-AF65-F5344CB8AC3E}">
        <p14:creationId xmlns:p14="http://schemas.microsoft.com/office/powerpoint/2010/main" val="1711149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3508C-2B83-F7E5-376E-0D8A67C7788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6FAF3F-9B70-0FCD-B472-D81E59E261D7}"/>
              </a:ext>
            </a:extLst>
          </p:cNvPr>
          <p:cNvSpPr>
            <a:spLocks noGrp="1"/>
          </p:cNvSpPr>
          <p:nvPr>
            <p:ph type="dt" sz="half" idx="10"/>
          </p:nvPr>
        </p:nvSpPr>
        <p:spPr/>
        <p:txBody>
          <a:bodyPr/>
          <a:lstStyle/>
          <a:p>
            <a:fld id="{47384586-2DFC-4B14-A89C-EC5274A0DF23}" type="datetimeFigureOut">
              <a:rPr lang="en-US" smtClean="0"/>
              <a:t>10/25/2025</a:t>
            </a:fld>
            <a:endParaRPr lang="en-US"/>
          </a:p>
        </p:txBody>
      </p:sp>
      <p:sp>
        <p:nvSpPr>
          <p:cNvPr id="4" name="Footer Placeholder 3">
            <a:extLst>
              <a:ext uri="{FF2B5EF4-FFF2-40B4-BE49-F238E27FC236}">
                <a16:creationId xmlns:a16="http://schemas.microsoft.com/office/drawing/2014/main" id="{1C5C43D7-D1A8-52DE-F096-87EDFD71021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17FEBD7-7778-33CA-833F-DA168A47916D}"/>
              </a:ext>
            </a:extLst>
          </p:cNvPr>
          <p:cNvSpPr>
            <a:spLocks noGrp="1"/>
          </p:cNvSpPr>
          <p:nvPr>
            <p:ph type="sldNum" sz="quarter" idx="12"/>
          </p:nvPr>
        </p:nvSpPr>
        <p:spPr/>
        <p:txBody>
          <a:bodyPr/>
          <a:lstStyle/>
          <a:p>
            <a:fld id="{138BB574-7B48-4DFA-B633-F66BBD767072}" type="slidenum">
              <a:rPr lang="en-US" smtClean="0"/>
              <a:t>‹#›</a:t>
            </a:fld>
            <a:endParaRPr lang="en-US"/>
          </a:p>
        </p:txBody>
      </p:sp>
    </p:spTree>
    <p:extLst>
      <p:ext uri="{BB962C8B-B14F-4D97-AF65-F5344CB8AC3E}">
        <p14:creationId xmlns:p14="http://schemas.microsoft.com/office/powerpoint/2010/main" val="2614806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669F75-20A2-AE80-3CA0-401238FDE374}"/>
              </a:ext>
            </a:extLst>
          </p:cNvPr>
          <p:cNvSpPr>
            <a:spLocks noGrp="1"/>
          </p:cNvSpPr>
          <p:nvPr>
            <p:ph type="dt" sz="half" idx="10"/>
          </p:nvPr>
        </p:nvSpPr>
        <p:spPr/>
        <p:txBody>
          <a:bodyPr/>
          <a:lstStyle/>
          <a:p>
            <a:fld id="{47384586-2DFC-4B14-A89C-EC5274A0DF23}" type="datetimeFigureOut">
              <a:rPr lang="en-US" smtClean="0"/>
              <a:t>10/25/2025</a:t>
            </a:fld>
            <a:endParaRPr lang="en-US"/>
          </a:p>
        </p:txBody>
      </p:sp>
      <p:sp>
        <p:nvSpPr>
          <p:cNvPr id="3" name="Footer Placeholder 2">
            <a:extLst>
              <a:ext uri="{FF2B5EF4-FFF2-40B4-BE49-F238E27FC236}">
                <a16:creationId xmlns:a16="http://schemas.microsoft.com/office/drawing/2014/main" id="{88FC779E-EC2F-F39D-9579-6FD21A54AFC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E2EB11-C3F4-9F67-EF14-A51EAAF12A07}"/>
              </a:ext>
            </a:extLst>
          </p:cNvPr>
          <p:cNvSpPr>
            <a:spLocks noGrp="1"/>
          </p:cNvSpPr>
          <p:nvPr>
            <p:ph type="sldNum" sz="quarter" idx="12"/>
          </p:nvPr>
        </p:nvSpPr>
        <p:spPr/>
        <p:txBody>
          <a:bodyPr/>
          <a:lstStyle/>
          <a:p>
            <a:fld id="{138BB574-7B48-4DFA-B633-F66BBD767072}" type="slidenum">
              <a:rPr lang="en-US" smtClean="0"/>
              <a:t>‹#›</a:t>
            </a:fld>
            <a:endParaRPr lang="en-US"/>
          </a:p>
        </p:txBody>
      </p:sp>
    </p:spTree>
    <p:extLst>
      <p:ext uri="{BB962C8B-B14F-4D97-AF65-F5344CB8AC3E}">
        <p14:creationId xmlns:p14="http://schemas.microsoft.com/office/powerpoint/2010/main" val="1615344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2B5A0-CDD8-8004-AF5B-09457C9B01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B92A7AC-82AD-7C87-DF9C-516A8B9588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CC1895-6319-D798-D765-35618D662D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D9F5F9-9108-6DEC-A6D8-13F3019F48CB}"/>
              </a:ext>
            </a:extLst>
          </p:cNvPr>
          <p:cNvSpPr>
            <a:spLocks noGrp="1"/>
          </p:cNvSpPr>
          <p:nvPr>
            <p:ph type="dt" sz="half" idx="10"/>
          </p:nvPr>
        </p:nvSpPr>
        <p:spPr/>
        <p:txBody>
          <a:bodyPr/>
          <a:lstStyle/>
          <a:p>
            <a:fld id="{47384586-2DFC-4B14-A89C-EC5274A0DF23}" type="datetimeFigureOut">
              <a:rPr lang="en-US" smtClean="0"/>
              <a:t>10/25/2025</a:t>
            </a:fld>
            <a:endParaRPr lang="en-US"/>
          </a:p>
        </p:txBody>
      </p:sp>
      <p:sp>
        <p:nvSpPr>
          <p:cNvPr id="6" name="Footer Placeholder 5">
            <a:extLst>
              <a:ext uri="{FF2B5EF4-FFF2-40B4-BE49-F238E27FC236}">
                <a16:creationId xmlns:a16="http://schemas.microsoft.com/office/drawing/2014/main" id="{CA502A70-D912-56B5-4D72-6A557379B3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7987DB-498D-C795-50A5-F817F98CE8A7}"/>
              </a:ext>
            </a:extLst>
          </p:cNvPr>
          <p:cNvSpPr>
            <a:spLocks noGrp="1"/>
          </p:cNvSpPr>
          <p:nvPr>
            <p:ph type="sldNum" sz="quarter" idx="12"/>
          </p:nvPr>
        </p:nvSpPr>
        <p:spPr/>
        <p:txBody>
          <a:bodyPr/>
          <a:lstStyle/>
          <a:p>
            <a:fld id="{138BB574-7B48-4DFA-B633-F66BBD767072}" type="slidenum">
              <a:rPr lang="en-US" smtClean="0"/>
              <a:t>‹#›</a:t>
            </a:fld>
            <a:endParaRPr lang="en-US"/>
          </a:p>
        </p:txBody>
      </p:sp>
    </p:spTree>
    <p:extLst>
      <p:ext uri="{BB962C8B-B14F-4D97-AF65-F5344CB8AC3E}">
        <p14:creationId xmlns:p14="http://schemas.microsoft.com/office/powerpoint/2010/main" val="4077191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E661F-5EB6-846E-ECA4-532915C935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221D-9271-A3CC-AD65-837D7E67D0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0F975E0-6896-9559-AB05-2A9DBB50F0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77884A-6128-F717-D9A3-89C7DC34BC90}"/>
              </a:ext>
            </a:extLst>
          </p:cNvPr>
          <p:cNvSpPr>
            <a:spLocks noGrp="1"/>
          </p:cNvSpPr>
          <p:nvPr>
            <p:ph type="dt" sz="half" idx="10"/>
          </p:nvPr>
        </p:nvSpPr>
        <p:spPr/>
        <p:txBody>
          <a:bodyPr/>
          <a:lstStyle/>
          <a:p>
            <a:fld id="{47384586-2DFC-4B14-A89C-EC5274A0DF23}" type="datetimeFigureOut">
              <a:rPr lang="en-US" smtClean="0"/>
              <a:t>10/25/2025</a:t>
            </a:fld>
            <a:endParaRPr lang="en-US"/>
          </a:p>
        </p:txBody>
      </p:sp>
      <p:sp>
        <p:nvSpPr>
          <p:cNvPr id="6" name="Footer Placeholder 5">
            <a:extLst>
              <a:ext uri="{FF2B5EF4-FFF2-40B4-BE49-F238E27FC236}">
                <a16:creationId xmlns:a16="http://schemas.microsoft.com/office/drawing/2014/main" id="{AAEB5692-A0FD-0766-C417-9C8CAA957E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0B57C-F35B-A566-340B-90DD835272D7}"/>
              </a:ext>
            </a:extLst>
          </p:cNvPr>
          <p:cNvSpPr>
            <a:spLocks noGrp="1"/>
          </p:cNvSpPr>
          <p:nvPr>
            <p:ph type="sldNum" sz="quarter" idx="12"/>
          </p:nvPr>
        </p:nvSpPr>
        <p:spPr/>
        <p:txBody>
          <a:bodyPr/>
          <a:lstStyle/>
          <a:p>
            <a:fld id="{138BB574-7B48-4DFA-B633-F66BBD767072}" type="slidenum">
              <a:rPr lang="en-US" smtClean="0"/>
              <a:t>‹#›</a:t>
            </a:fld>
            <a:endParaRPr lang="en-US"/>
          </a:p>
        </p:txBody>
      </p:sp>
    </p:spTree>
    <p:extLst>
      <p:ext uri="{BB962C8B-B14F-4D97-AF65-F5344CB8AC3E}">
        <p14:creationId xmlns:p14="http://schemas.microsoft.com/office/powerpoint/2010/main" val="2697059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DB36D-EBD9-A7CE-2E6B-AE80986E0D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4D8C2C-8897-DF19-2997-1915D382F5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157BC5-81F9-29B3-E3E5-96ED5417231F}"/>
              </a:ext>
            </a:extLst>
          </p:cNvPr>
          <p:cNvSpPr>
            <a:spLocks noGrp="1"/>
          </p:cNvSpPr>
          <p:nvPr>
            <p:ph type="dt" sz="half" idx="10"/>
          </p:nvPr>
        </p:nvSpPr>
        <p:spPr/>
        <p:txBody>
          <a:bodyPr/>
          <a:lstStyle/>
          <a:p>
            <a:fld id="{47384586-2DFC-4B14-A89C-EC5274A0DF23}" type="datetimeFigureOut">
              <a:rPr lang="en-US" smtClean="0"/>
              <a:t>10/25/2025</a:t>
            </a:fld>
            <a:endParaRPr lang="en-US"/>
          </a:p>
        </p:txBody>
      </p:sp>
      <p:sp>
        <p:nvSpPr>
          <p:cNvPr id="5" name="Footer Placeholder 4">
            <a:extLst>
              <a:ext uri="{FF2B5EF4-FFF2-40B4-BE49-F238E27FC236}">
                <a16:creationId xmlns:a16="http://schemas.microsoft.com/office/drawing/2014/main" id="{A4967DA7-8533-9AEE-1E9F-03B943ED88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080C9B-CF3A-05AC-8D9F-8D3386B2EB7F}"/>
              </a:ext>
            </a:extLst>
          </p:cNvPr>
          <p:cNvSpPr>
            <a:spLocks noGrp="1"/>
          </p:cNvSpPr>
          <p:nvPr>
            <p:ph type="sldNum" sz="quarter" idx="12"/>
          </p:nvPr>
        </p:nvSpPr>
        <p:spPr/>
        <p:txBody>
          <a:bodyPr/>
          <a:lstStyle/>
          <a:p>
            <a:fld id="{138BB574-7B48-4DFA-B633-F66BBD767072}" type="slidenum">
              <a:rPr lang="en-US" smtClean="0"/>
              <a:t>‹#›</a:t>
            </a:fld>
            <a:endParaRPr lang="en-US"/>
          </a:p>
        </p:txBody>
      </p:sp>
    </p:spTree>
    <p:extLst>
      <p:ext uri="{BB962C8B-B14F-4D97-AF65-F5344CB8AC3E}">
        <p14:creationId xmlns:p14="http://schemas.microsoft.com/office/powerpoint/2010/main" val="2010085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CD4542-FE35-6A3E-9547-310AEA9E5F6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E6B9E79-1F50-DB19-4D90-4739752046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2ECC67-9AF8-32C6-808C-AD8DFFAAE5B0}"/>
              </a:ext>
            </a:extLst>
          </p:cNvPr>
          <p:cNvSpPr>
            <a:spLocks noGrp="1"/>
          </p:cNvSpPr>
          <p:nvPr>
            <p:ph type="dt" sz="half" idx="10"/>
          </p:nvPr>
        </p:nvSpPr>
        <p:spPr/>
        <p:txBody>
          <a:bodyPr/>
          <a:lstStyle/>
          <a:p>
            <a:fld id="{47384586-2DFC-4B14-A89C-EC5274A0DF23}" type="datetimeFigureOut">
              <a:rPr lang="en-US" smtClean="0"/>
              <a:t>10/25/2025</a:t>
            </a:fld>
            <a:endParaRPr lang="en-US"/>
          </a:p>
        </p:txBody>
      </p:sp>
      <p:sp>
        <p:nvSpPr>
          <p:cNvPr id="5" name="Footer Placeholder 4">
            <a:extLst>
              <a:ext uri="{FF2B5EF4-FFF2-40B4-BE49-F238E27FC236}">
                <a16:creationId xmlns:a16="http://schemas.microsoft.com/office/drawing/2014/main" id="{42E8F264-ADD4-4997-E9C3-DBAAED3BF9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958EE7-1552-454A-317B-1C54D71F328A}"/>
              </a:ext>
            </a:extLst>
          </p:cNvPr>
          <p:cNvSpPr>
            <a:spLocks noGrp="1"/>
          </p:cNvSpPr>
          <p:nvPr>
            <p:ph type="sldNum" sz="quarter" idx="12"/>
          </p:nvPr>
        </p:nvSpPr>
        <p:spPr/>
        <p:txBody>
          <a:bodyPr/>
          <a:lstStyle/>
          <a:p>
            <a:fld id="{138BB574-7B48-4DFA-B633-F66BBD767072}" type="slidenum">
              <a:rPr lang="en-US" smtClean="0"/>
              <a:t>‹#›</a:t>
            </a:fld>
            <a:endParaRPr lang="en-US"/>
          </a:p>
        </p:txBody>
      </p:sp>
    </p:spTree>
    <p:extLst>
      <p:ext uri="{BB962C8B-B14F-4D97-AF65-F5344CB8AC3E}">
        <p14:creationId xmlns:p14="http://schemas.microsoft.com/office/powerpoint/2010/main" val="2177007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9C3E76-F427-0F39-ED57-0241EB05EC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0D7D02-F14D-282D-8849-1E657564B2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A466B2-2402-B6BC-4D52-E03AEB9CEB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7384586-2DFC-4B14-A89C-EC5274A0DF23}" type="datetimeFigureOut">
              <a:rPr lang="en-US" smtClean="0"/>
              <a:t>10/25/2025</a:t>
            </a:fld>
            <a:endParaRPr lang="en-US"/>
          </a:p>
        </p:txBody>
      </p:sp>
      <p:sp>
        <p:nvSpPr>
          <p:cNvPr id="5" name="Footer Placeholder 4">
            <a:extLst>
              <a:ext uri="{FF2B5EF4-FFF2-40B4-BE49-F238E27FC236}">
                <a16:creationId xmlns:a16="http://schemas.microsoft.com/office/drawing/2014/main" id="{D22040E1-53B0-88B2-76AF-212422B49A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7F2D247-BFF5-432E-1623-A65D1434C1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8BB574-7B48-4DFA-B633-F66BBD767072}" type="slidenum">
              <a:rPr lang="en-US" smtClean="0"/>
              <a:t>‹#›</a:t>
            </a:fld>
            <a:endParaRPr lang="en-US"/>
          </a:p>
        </p:txBody>
      </p:sp>
    </p:spTree>
    <p:extLst>
      <p:ext uri="{BB962C8B-B14F-4D97-AF65-F5344CB8AC3E}">
        <p14:creationId xmlns:p14="http://schemas.microsoft.com/office/powerpoint/2010/main" val="1107232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7.jpg"/></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a:stretch/>
        </p:blipFill>
        <p:spPr>
          <a:xfrm>
            <a:off x="3306838" y="4162777"/>
            <a:ext cx="5137372" cy="1491599"/>
          </a:xfrm>
          <a:prstGeom prst="rect">
            <a:avLst/>
          </a:prstGeom>
          <a:noFill/>
          <a:ln>
            <a:noFill/>
          </a:ln>
        </p:spPr>
      </p:pic>
      <p:grpSp>
        <p:nvGrpSpPr>
          <p:cNvPr id="89" name="Google Shape;89;p1"/>
          <p:cNvGrpSpPr/>
          <p:nvPr/>
        </p:nvGrpSpPr>
        <p:grpSpPr>
          <a:xfrm>
            <a:off x="0" y="1"/>
            <a:ext cx="12192000" cy="3055948"/>
            <a:chOff x="0" y="1072338"/>
            <a:chExt cx="12192000" cy="2764396"/>
          </a:xfrm>
        </p:grpSpPr>
        <p:sp>
          <p:nvSpPr>
            <p:cNvPr id="90" name="Google Shape;90;p1"/>
            <p:cNvSpPr/>
            <p:nvPr/>
          </p:nvSpPr>
          <p:spPr>
            <a:xfrm>
              <a:off x="0" y="1072338"/>
              <a:ext cx="12192000" cy="2764396"/>
            </a:xfrm>
            <a:prstGeom prst="rect">
              <a:avLst/>
            </a:prstGeom>
            <a:solidFill>
              <a:srgbClr val="013471"/>
            </a:solidFill>
            <a:ln>
              <a:noFill/>
            </a:ln>
          </p:spPr>
          <p:txBody>
            <a:bodyPr spcFirstLastPara="1" wrap="square" lIns="91433" tIns="45700" rIns="91433" bIns="45700" anchor="ctr" anchorCtr="0">
              <a:noAutofit/>
            </a:bodyPr>
            <a:lstStyle/>
            <a:p>
              <a:pPr algn="ctr" rtl="1">
                <a:buClr>
                  <a:srgbClr val="000000"/>
                </a:buClr>
                <a:buSzPts val="1400"/>
              </a:pPr>
              <a:endParaRPr sz="1867">
                <a:solidFill>
                  <a:schemeClr val="lt1"/>
                </a:solidFill>
                <a:latin typeface="Calibri"/>
                <a:ea typeface="Calibri"/>
                <a:cs typeface="Calibri"/>
                <a:sym typeface="Calibri"/>
              </a:endParaRPr>
            </a:p>
          </p:txBody>
        </p:sp>
        <p:sp>
          <p:nvSpPr>
            <p:cNvPr id="91" name="Google Shape;91;p1"/>
            <p:cNvSpPr/>
            <p:nvPr/>
          </p:nvSpPr>
          <p:spPr>
            <a:xfrm>
              <a:off x="0" y="3590994"/>
              <a:ext cx="12192000" cy="245122"/>
            </a:xfrm>
            <a:prstGeom prst="rect">
              <a:avLst/>
            </a:prstGeom>
            <a:solidFill>
              <a:schemeClr val="lt1">
                <a:alpha val="72549"/>
              </a:schemeClr>
            </a:solidFill>
            <a:ln>
              <a:noFill/>
            </a:ln>
          </p:spPr>
          <p:txBody>
            <a:bodyPr spcFirstLastPara="1" wrap="square" lIns="91433" tIns="45700" rIns="91433" bIns="45700" anchor="ctr" anchorCtr="0">
              <a:noAutofit/>
            </a:bodyPr>
            <a:lstStyle/>
            <a:p>
              <a:pPr algn="ctr" rtl="1">
                <a:buClr>
                  <a:srgbClr val="000000"/>
                </a:buClr>
                <a:buSzPts val="1400"/>
              </a:pPr>
              <a:endParaRPr sz="1867">
                <a:solidFill>
                  <a:schemeClr val="lt1"/>
                </a:solidFill>
                <a:latin typeface="Calibri"/>
                <a:ea typeface="Calibri"/>
                <a:cs typeface="Calibri"/>
                <a:sym typeface="Calibri"/>
              </a:endParaRPr>
            </a:p>
          </p:txBody>
        </p:sp>
        <p:sp>
          <p:nvSpPr>
            <p:cNvPr id="92" name="Google Shape;92;p1"/>
            <p:cNvSpPr/>
            <p:nvPr/>
          </p:nvSpPr>
          <p:spPr>
            <a:xfrm>
              <a:off x="0" y="3345872"/>
              <a:ext cx="12192000" cy="245122"/>
            </a:xfrm>
            <a:prstGeom prst="rect">
              <a:avLst/>
            </a:prstGeom>
            <a:solidFill>
              <a:schemeClr val="lt1">
                <a:alpha val="42352"/>
              </a:schemeClr>
            </a:solidFill>
            <a:ln>
              <a:noFill/>
            </a:ln>
          </p:spPr>
          <p:txBody>
            <a:bodyPr spcFirstLastPara="1" wrap="square" lIns="91433" tIns="45700" rIns="91433" bIns="45700" anchor="ctr" anchorCtr="0">
              <a:noAutofit/>
            </a:bodyPr>
            <a:lstStyle/>
            <a:p>
              <a:pPr algn="ctr" rtl="1">
                <a:buClr>
                  <a:srgbClr val="000000"/>
                </a:buClr>
                <a:buSzPts val="1400"/>
              </a:pPr>
              <a:endParaRPr sz="1867">
                <a:solidFill>
                  <a:schemeClr val="lt1"/>
                </a:solidFill>
                <a:latin typeface="Calibri"/>
                <a:ea typeface="Calibri"/>
                <a:cs typeface="Calibri"/>
                <a:sym typeface="Calibri"/>
              </a:endParaRPr>
            </a:p>
          </p:txBody>
        </p:sp>
        <p:sp>
          <p:nvSpPr>
            <p:cNvPr id="93" name="Google Shape;93;p1"/>
            <p:cNvSpPr/>
            <p:nvPr/>
          </p:nvSpPr>
          <p:spPr>
            <a:xfrm>
              <a:off x="0" y="3100133"/>
              <a:ext cx="12192000" cy="245122"/>
            </a:xfrm>
            <a:prstGeom prst="rect">
              <a:avLst/>
            </a:prstGeom>
            <a:solidFill>
              <a:schemeClr val="lt1">
                <a:alpha val="12549"/>
              </a:schemeClr>
            </a:solidFill>
            <a:ln>
              <a:noFill/>
            </a:ln>
          </p:spPr>
          <p:txBody>
            <a:bodyPr spcFirstLastPara="1" wrap="square" lIns="91433" tIns="45700" rIns="91433" bIns="45700" anchor="ctr" anchorCtr="0">
              <a:noAutofit/>
            </a:bodyPr>
            <a:lstStyle/>
            <a:p>
              <a:pPr algn="ctr" rtl="1">
                <a:buClr>
                  <a:srgbClr val="000000"/>
                </a:buClr>
                <a:buSzPts val="1400"/>
              </a:pPr>
              <a:endParaRPr sz="1867">
                <a:solidFill>
                  <a:schemeClr val="lt1"/>
                </a:solidFill>
                <a:latin typeface="Calibri"/>
                <a:ea typeface="Calibri"/>
                <a:cs typeface="Calibri"/>
                <a:sym typeface="Calibri"/>
              </a:endParaRPr>
            </a:p>
          </p:txBody>
        </p:sp>
      </p:grpSp>
      <p:sp>
        <p:nvSpPr>
          <p:cNvPr id="94" name="Google Shape;94;p1"/>
          <p:cNvSpPr txBox="1"/>
          <p:nvPr/>
        </p:nvSpPr>
        <p:spPr>
          <a:xfrm>
            <a:off x="255499" y="450850"/>
            <a:ext cx="11681003" cy="683983"/>
          </a:xfrm>
          <a:prstGeom prst="rect">
            <a:avLst/>
          </a:prstGeom>
          <a:noFill/>
          <a:ln>
            <a:noFill/>
          </a:ln>
        </p:spPr>
        <p:txBody>
          <a:bodyPr spcFirstLastPara="1" wrap="square" lIns="91433" tIns="45700" rIns="91433" bIns="45700" anchor="ctr" anchorCtr="0">
            <a:noAutofit/>
          </a:bodyPr>
          <a:lstStyle/>
          <a:p>
            <a:pPr algn="ctr" rtl="1">
              <a:buClr>
                <a:schemeClr val="dk1"/>
              </a:buClr>
              <a:buSzPts val="1100"/>
            </a:pPr>
            <a:r>
              <a:rPr lang="en-US" sz="4267" b="1" dirty="0">
                <a:solidFill>
                  <a:schemeClr val="bg1"/>
                </a:solidFill>
                <a:latin typeface="Rubik" pitchFamily="2" charset="-79"/>
                <a:cs typeface="Rubik" pitchFamily="2" charset="-79"/>
              </a:rPr>
              <a:t>Code Structure</a:t>
            </a:r>
            <a:endParaRPr sz="4267" b="1" dirty="0">
              <a:solidFill>
                <a:schemeClr val="bg1"/>
              </a:solidFill>
              <a:latin typeface="Rubik" pitchFamily="2" charset="-79"/>
              <a:cs typeface="Rubik" pitchFamily="2" charset="-79"/>
            </a:endParaRPr>
          </a:p>
        </p:txBody>
      </p:sp>
      <p:sp>
        <p:nvSpPr>
          <p:cNvPr id="96" name="Google Shape;96;p1"/>
          <p:cNvSpPr txBox="1"/>
          <p:nvPr/>
        </p:nvSpPr>
        <p:spPr>
          <a:xfrm>
            <a:off x="3637621" y="2934073"/>
            <a:ext cx="5202800" cy="410379"/>
          </a:xfrm>
          <a:prstGeom prst="rect">
            <a:avLst/>
          </a:prstGeom>
          <a:noFill/>
          <a:ln>
            <a:noFill/>
          </a:ln>
        </p:spPr>
        <p:txBody>
          <a:bodyPr spcFirstLastPara="1" wrap="square" lIns="121900" tIns="60933" rIns="121900" bIns="60933" anchor="t" anchorCtr="0">
            <a:spAutoFit/>
          </a:bodyPr>
          <a:lstStyle/>
          <a:p>
            <a:pPr algn="r">
              <a:buClr>
                <a:srgbClr val="000000"/>
              </a:buClr>
              <a:buSzPts val="1400"/>
            </a:pPr>
            <a:endParaRPr sz="1867">
              <a:solidFill>
                <a:srgbClr val="000000"/>
              </a:solidFill>
              <a:latin typeface="Arial"/>
              <a:ea typeface="Arial"/>
              <a:cs typeface="Arial"/>
              <a:sym typeface="Arial"/>
            </a:endParaRPr>
          </a:p>
        </p:txBody>
      </p:sp>
      <p:pic>
        <p:nvPicPr>
          <p:cNvPr id="1026" name="Picture 2" descr="A simple logo representing binary search in blue, gray, and white colors">
            <a:extLst>
              <a:ext uri="{FF2B5EF4-FFF2-40B4-BE49-F238E27FC236}">
                <a16:creationId xmlns:a16="http://schemas.microsoft.com/office/drawing/2014/main" id="{421E5743-C438-7F47-A311-B8C819C177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91904" y="4754295"/>
            <a:ext cx="2100096" cy="21000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95;p1">
            <a:extLst>
              <a:ext uri="{FF2B5EF4-FFF2-40B4-BE49-F238E27FC236}">
                <a16:creationId xmlns:a16="http://schemas.microsoft.com/office/drawing/2014/main" id="{0E9F5F63-A41F-7B94-790C-619D285CA752}"/>
              </a:ext>
            </a:extLst>
          </p:cNvPr>
          <p:cNvSpPr txBox="1"/>
          <p:nvPr/>
        </p:nvSpPr>
        <p:spPr>
          <a:xfrm>
            <a:off x="2184335" y="1203625"/>
            <a:ext cx="7382380" cy="1021168"/>
          </a:xfrm>
          <a:prstGeom prst="rect">
            <a:avLst/>
          </a:prstGeom>
          <a:noFill/>
          <a:ln>
            <a:noFill/>
          </a:ln>
        </p:spPr>
        <p:txBody>
          <a:bodyPr spcFirstLastPara="1" wrap="square" lIns="91433" tIns="45700" rIns="91433" bIns="45700" anchor="t" anchorCtr="0">
            <a:noAutofit/>
          </a:bodyPr>
          <a:lstStyle/>
          <a:p>
            <a:pPr algn="ctr">
              <a:buClr>
                <a:srgbClr val="000000"/>
              </a:buClr>
              <a:buSzPts val="1800"/>
            </a:pPr>
            <a:r>
              <a:rPr lang="en-US" sz="2667" b="1" dirty="0">
                <a:solidFill>
                  <a:srgbClr val="FFFFFF"/>
                </a:solidFill>
                <a:latin typeface="Rubik"/>
                <a:ea typeface="Rubik"/>
                <a:cs typeface="Rubik"/>
                <a:sym typeface="Rubik"/>
              </a:rPr>
              <a:t>Authors:</a:t>
            </a:r>
          </a:p>
          <a:p>
            <a:pPr algn="ctr">
              <a:buClr>
                <a:srgbClr val="000000"/>
              </a:buClr>
              <a:buSzPts val="1800"/>
            </a:pPr>
            <a:r>
              <a:rPr lang="en-US" sz="2667" b="1" dirty="0">
                <a:solidFill>
                  <a:srgbClr val="FFFFFF"/>
                </a:solidFill>
                <a:latin typeface="Rubik"/>
                <a:ea typeface="Rubik"/>
                <a:cs typeface="Rubik"/>
                <a:sym typeface="Rubik"/>
              </a:rPr>
              <a:t>Yoav </a:t>
            </a:r>
            <a:r>
              <a:rPr lang="en-US" sz="2667" b="1" dirty="0" err="1">
                <a:solidFill>
                  <a:srgbClr val="FFFFFF"/>
                </a:solidFill>
                <a:latin typeface="Rubik"/>
                <a:ea typeface="Rubik"/>
                <a:cs typeface="Rubik"/>
                <a:sym typeface="Rubik"/>
              </a:rPr>
              <a:t>Rozov</a:t>
            </a:r>
            <a:endParaRPr lang="iw-IL" sz="2667" b="1" dirty="0">
              <a:solidFill>
                <a:srgbClr val="FFFFFF"/>
              </a:solidFill>
              <a:latin typeface="Rubik"/>
              <a:ea typeface="Rubik"/>
              <a:cs typeface="Rubik"/>
              <a:sym typeface="Rubi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9" name="Group 8">
            <a:extLst>
              <a:ext uri="{FF2B5EF4-FFF2-40B4-BE49-F238E27FC236}">
                <a16:creationId xmlns:a16="http://schemas.microsoft.com/office/drawing/2014/main" id="{D942F3C7-BAB7-60C8-0B48-C93DBB7FB925}"/>
              </a:ext>
            </a:extLst>
          </p:cNvPr>
          <p:cNvGrpSpPr/>
          <p:nvPr/>
        </p:nvGrpSpPr>
        <p:grpSpPr>
          <a:xfrm>
            <a:off x="1" y="217085"/>
            <a:ext cx="12197004" cy="846432"/>
            <a:chOff x="0" y="162814"/>
            <a:chExt cx="9147753" cy="634824"/>
          </a:xfrm>
        </p:grpSpPr>
        <p:sp>
          <p:nvSpPr>
            <p:cNvPr id="10" name="Google Shape;110;p2">
              <a:extLst>
                <a:ext uri="{FF2B5EF4-FFF2-40B4-BE49-F238E27FC236}">
                  <a16:creationId xmlns:a16="http://schemas.microsoft.com/office/drawing/2014/main" id="{0EEFE658-E515-DBB7-3B7E-21E1841174B5}"/>
                </a:ext>
              </a:extLst>
            </p:cNvPr>
            <p:cNvSpPr/>
            <p:nvPr/>
          </p:nvSpPr>
          <p:spPr>
            <a:xfrm>
              <a:off x="0" y="164715"/>
              <a:ext cx="9144000" cy="632923"/>
            </a:xfrm>
            <a:prstGeom prst="rect">
              <a:avLst/>
            </a:prstGeom>
            <a:solidFill>
              <a:srgbClr val="013471"/>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 name="Google Shape;111;p2">
              <a:extLst>
                <a:ext uri="{FF2B5EF4-FFF2-40B4-BE49-F238E27FC236}">
                  <a16:creationId xmlns:a16="http://schemas.microsoft.com/office/drawing/2014/main" id="{44B5280D-7D03-9D32-B359-88B71B5E37E0}"/>
                </a:ext>
              </a:extLst>
            </p:cNvPr>
            <p:cNvSpPr/>
            <p:nvPr/>
          </p:nvSpPr>
          <p:spPr>
            <a:xfrm>
              <a:off x="8863353" y="162815"/>
              <a:ext cx="284400" cy="632923"/>
            </a:xfrm>
            <a:prstGeom prst="rect">
              <a:avLst/>
            </a:prstGeom>
            <a:solidFill>
              <a:schemeClr val="lt1">
                <a:alpha val="72941"/>
              </a:schemeClr>
            </a:solidFill>
            <a:ln>
              <a:noFill/>
            </a:ln>
          </p:spPr>
          <p:txBody>
            <a:bodyPr spcFirstLastPara="1" wrap="square" lIns="91433" tIns="45700" rIns="91433" bIns="45700" anchor="ctr" anchorCtr="0">
              <a:noAutofit/>
            </a:bodyPr>
            <a:lstStyle/>
            <a:p>
              <a:pPr algn="ctr" rtl="1">
                <a:buClr>
                  <a:srgbClr val="000000"/>
                </a:buClr>
                <a:buSzPts val="1400"/>
              </a:pPr>
              <a:endParaRPr sz="1867">
                <a:solidFill>
                  <a:schemeClr val="lt1"/>
                </a:solidFill>
                <a:latin typeface="Calibri"/>
                <a:ea typeface="Calibri"/>
                <a:cs typeface="Calibri"/>
                <a:sym typeface="Calibri"/>
              </a:endParaRPr>
            </a:p>
          </p:txBody>
        </p:sp>
        <p:sp>
          <p:nvSpPr>
            <p:cNvPr id="12" name="Google Shape;112;p2">
              <a:extLst>
                <a:ext uri="{FF2B5EF4-FFF2-40B4-BE49-F238E27FC236}">
                  <a16:creationId xmlns:a16="http://schemas.microsoft.com/office/drawing/2014/main" id="{AB5A3CF1-978B-CB64-9A10-679EAEAC59D5}"/>
                </a:ext>
              </a:extLst>
            </p:cNvPr>
            <p:cNvSpPr/>
            <p:nvPr/>
          </p:nvSpPr>
          <p:spPr>
            <a:xfrm>
              <a:off x="8578953" y="162814"/>
              <a:ext cx="284400" cy="632923"/>
            </a:xfrm>
            <a:prstGeom prst="rect">
              <a:avLst/>
            </a:prstGeom>
            <a:solidFill>
              <a:schemeClr val="lt1">
                <a:alpha val="43137"/>
              </a:schemeClr>
            </a:solidFill>
            <a:ln>
              <a:noFill/>
            </a:ln>
          </p:spPr>
          <p:txBody>
            <a:bodyPr spcFirstLastPara="1" wrap="square" lIns="91433" tIns="45700" rIns="91433" bIns="45700" anchor="ctr" anchorCtr="0">
              <a:noAutofit/>
            </a:bodyPr>
            <a:lstStyle/>
            <a:p>
              <a:pPr algn="ctr" rtl="1">
                <a:buClr>
                  <a:srgbClr val="000000"/>
                </a:buClr>
                <a:buSzPts val="1400"/>
              </a:pPr>
              <a:endParaRPr sz="1867">
                <a:solidFill>
                  <a:schemeClr val="lt1"/>
                </a:solidFill>
                <a:latin typeface="Calibri"/>
                <a:ea typeface="Calibri"/>
                <a:cs typeface="Calibri"/>
                <a:sym typeface="Calibri"/>
              </a:endParaRPr>
            </a:p>
          </p:txBody>
        </p:sp>
        <p:sp>
          <p:nvSpPr>
            <p:cNvPr id="13" name="Google Shape;113;p2">
              <a:extLst>
                <a:ext uri="{FF2B5EF4-FFF2-40B4-BE49-F238E27FC236}">
                  <a16:creationId xmlns:a16="http://schemas.microsoft.com/office/drawing/2014/main" id="{F65010C8-695E-7667-D9D5-6979C5CC8B5B}"/>
                </a:ext>
              </a:extLst>
            </p:cNvPr>
            <p:cNvSpPr/>
            <p:nvPr/>
          </p:nvSpPr>
          <p:spPr>
            <a:xfrm>
              <a:off x="8290800" y="164715"/>
              <a:ext cx="284400" cy="632923"/>
            </a:xfrm>
            <a:prstGeom prst="rect">
              <a:avLst/>
            </a:prstGeom>
            <a:solidFill>
              <a:schemeClr val="lt1">
                <a:alpha val="1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grpSp>
      <p:sp>
        <p:nvSpPr>
          <p:cNvPr id="114" name="Google Shape;114;p2"/>
          <p:cNvSpPr txBox="1"/>
          <p:nvPr/>
        </p:nvSpPr>
        <p:spPr>
          <a:xfrm>
            <a:off x="97274" y="242183"/>
            <a:ext cx="11567676" cy="818800"/>
          </a:xfrm>
          <a:prstGeom prst="rect">
            <a:avLst/>
          </a:prstGeom>
          <a:noFill/>
          <a:ln>
            <a:noFill/>
          </a:ln>
        </p:spPr>
        <p:txBody>
          <a:bodyPr spcFirstLastPara="1" wrap="square" lIns="91433" tIns="91433" rIns="91433" bIns="91433" anchor="t" anchorCtr="0">
            <a:noAutofit/>
          </a:bodyPr>
          <a:lstStyle/>
          <a:p>
            <a:pPr>
              <a:buClr>
                <a:srgbClr val="000000"/>
              </a:buClr>
              <a:buSzPts val="3000"/>
            </a:pPr>
            <a:r>
              <a:rPr lang="en-US" sz="4000" b="1" dirty="0">
                <a:solidFill>
                  <a:srgbClr val="FFFFFF"/>
                </a:solidFill>
                <a:latin typeface="Rubik"/>
                <a:ea typeface="Rubik"/>
                <a:cs typeface="Rubik"/>
                <a:sym typeface="Rubik"/>
              </a:rPr>
              <a:t>Understanding FRC Code Structure</a:t>
            </a:r>
            <a:endParaRPr lang="he-IL" sz="4000" b="1" dirty="0">
              <a:solidFill>
                <a:srgbClr val="FFFFFF"/>
              </a:solidFill>
              <a:latin typeface="Rubik"/>
              <a:ea typeface="Rubik"/>
              <a:cs typeface="Rubik"/>
              <a:sym typeface="Rubik"/>
            </a:endParaRPr>
          </a:p>
        </p:txBody>
      </p:sp>
      <p:sp>
        <p:nvSpPr>
          <p:cNvPr id="118" name="Google Shape;118;p2"/>
          <p:cNvSpPr txBox="1"/>
          <p:nvPr/>
        </p:nvSpPr>
        <p:spPr>
          <a:xfrm>
            <a:off x="333546" y="1321212"/>
            <a:ext cx="10720855" cy="5108093"/>
          </a:xfrm>
          <a:prstGeom prst="rect">
            <a:avLst/>
          </a:prstGeom>
          <a:noFill/>
          <a:ln>
            <a:noFill/>
          </a:ln>
        </p:spPr>
        <p:txBody>
          <a:bodyPr spcFirstLastPara="1" wrap="square" lIns="121900" tIns="121900" rIns="121900" bIns="121900" anchor="t" anchorCtr="0">
            <a:noAutofit/>
          </a:bodyPr>
          <a:lstStyle/>
          <a:p>
            <a:pPr>
              <a:lnSpc>
                <a:spcPct val="115000"/>
              </a:lnSpc>
            </a:pPr>
            <a:r>
              <a:rPr lang="en-US" sz="2000" dirty="0">
                <a:solidFill>
                  <a:schemeClr val="dk1"/>
                </a:solidFill>
                <a:latin typeface="Rubik" pitchFamily="2" charset="-79"/>
                <a:cs typeface="Rubik" pitchFamily="2" charset="-79"/>
              </a:rPr>
              <a:t>In this presentation, we will explore how our team organizes and structures our FRC robot code using the </a:t>
            </a:r>
            <a:r>
              <a:rPr lang="en-US" sz="2000" b="1" dirty="0">
                <a:solidFill>
                  <a:schemeClr val="dk1"/>
                </a:solidFill>
                <a:latin typeface="Rubik" pitchFamily="2" charset="-79"/>
                <a:cs typeface="Rubik" pitchFamily="2" charset="-79"/>
              </a:rPr>
              <a:t>Command-Based Framework </a:t>
            </a:r>
            <a:r>
              <a:rPr lang="en-US" sz="2000" dirty="0">
                <a:solidFill>
                  <a:schemeClr val="dk1"/>
                </a:solidFill>
                <a:latin typeface="Rubik" pitchFamily="2" charset="-79"/>
                <a:cs typeface="Rubik" pitchFamily="2" charset="-79"/>
              </a:rPr>
              <a:t>and</a:t>
            </a:r>
            <a:r>
              <a:rPr lang="en-US" sz="2000" b="1" dirty="0">
                <a:solidFill>
                  <a:schemeClr val="dk1"/>
                </a:solidFill>
                <a:latin typeface="Rubik" pitchFamily="2" charset="-79"/>
                <a:cs typeface="Rubik" pitchFamily="2" charset="-79"/>
              </a:rPr>
              <a:t> Java</a:t>
            </a:r>
            <a:r>
              <a:rPr lang="en-US" sz="2000" dirty="0">
                <a:solidFill>
                  <a:schemeClr val="dk1"/>
                </a:solidFill>
                <a:latin typeface="Rubik" pitchFamily="2" charset="-79"/>
                <a:cs typeface="Rubik" pitchFamily="2" charset="-79"/>
              </a:rPr>
              <a:t>.</a:t>
            </a:r>
          </a:p>
          <a:p>
            <a:pPr>
              <a:lnSpc>
                <a:spcPct val="115000"/>
              </a:lnSpc>
            </a:pPr>
            <a:endParaRPr lang="en-US" sz="2000" dirty="0">
              <a:solidFill>
                <a:schemeClr val="dk1"/>
              </a:solidFill>
              <a:latin typeface="Rubik" pitchFamily="2" charset="-79"/>
              <a:cs typeface="Rubik" pitchFamily="2" charset="-79"/>
            </a:endParaRPr>
          </a:p>
          <a:p>
            <a:pPr>
              <a:lnSpc>
                <a:spcPct val="115000"/>
              </a:lnSpc>
            </a:pPr>
            <a:r>
              <a:rPr lang="en-US" sz="2000" dirty="0">
                <a:solidFill>
                  <a:schemeClr val="dk1"/>
                </a:solidFill>
                <a:latin typeface="Rubik" pitchFamily="2" charset="-79"/>
                <a:cs typeface="Rubik" pitchFamily="2" charset="-79"/>
              </a:rPr>
              <a:t>This is just one example; every team has its own approach to robot programming. Some teams use similar structure, while others take a completely different path depending on their programming style, robot design and experience.</a:t>
            </a:r>
          </a:p>
          <a:p>
            <a:pPr>
              <a:lnSpc>
                <a:spcPct val="115000"/>
              </a:lnSpc>
            </a:pPr>
            <a:endParaRPr lang="en-US" sz="2000" dirty="0">
              <a:solidFill>
                <a:schemeClr val="dk1"/>
              </a:solidFill>
              <a:latin typeface="Rubik" pitchFamily="2" charset="-79"/>
              <a:cs typeface="Rubik" pitchFamily="2" charset="-79"/>
            </a:endParaRPr>
          </a:p>
          <a:p>
            <a:pPr>
              <a:lnSpc>
                <a:spcPct val="115000"/>
              </a:lnSpc>
            </a:pPr>
            <a:r>
              <a:rPr lang="en-US" sz="2000" dirty="0">
                <a:solidFill>
                  <a:schemeClr val="dk1"/>
                </a:solidFill>
                <a:latin typeface="Rubik" pitchFamily="2" charset="-79"/>
                <a:cs typeface="Rubik" pitchFamily="2" charset="-79"/>
              </a:rPr>
              <a:t>The goal is to help you understand the overall logic and relationships between the main parts of your Robot Code and give you a ready to use example.</a:t>
            </a: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46388" y="6408779"/>
            <a:ext cx="445612" cy="445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0792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4" name="Group 3">
            <a:extLst>
              <a:ext uri="{FF2B5EF4-FFF2-40B4-BE49-F238E27FC236}">
                <a16:creationId xmlns:a16="http://schemas.microsoft.com/office/drawing/2014/main" id="{7A8D3B97-EAEA-C9F6-C2AE-CE7087F2CC5F}"/>
              </a:ext>
            </a:extLst>
          </p:cNvPr>
          <p:cNvGrpSpPr/>
          <p:nvPr/>
        </p:nvGrpSpPr>
        <p:grpSpPr>
          <a:xfrm>
            <a:off x="1" y="217085"/>
            <a:ext cx="12197004" cy="846432"/>
            <a:chOff x="0" y="162814"/>
            <a:chExt cx="9147753" cy="634824"/>
          </a:xfrm>
        </p:grpSpPr>
        <p:sp>
          <p:nvSpPr>
            <p:cNvPr id="110" name="Google Shape;110;p2"/>
            <p:cNvSpPr/>
            <p:nvPr/>
          </p:nvSpPr>
          <p:spPr>
            <a:xfrm>
              <a:off x="0" y="164715"/>
              <a:ext cx="9144000" cy="632923"/>
            </a:xfrm>
            <a:prstGeom prst="rect">
              <a:avLst/>
            </a:prstGeom>
            <a:solidFill>
              <a:srgbClr val="013471"/>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1" name="Google Shape;111;p2"/>
            <p:cNvSpPr/>
            <p:nvPr/>
          </p:nvSpPr>
          <p:spPr>
            <a:xfrm>
              <a:off x="8863353" y="162815"/>
              <a:ext cx="284400" cy="632923"/>
            </a:xfrm>
            <a:prstGeom prst="rect">
              <a:avLst/>
            </a:prstGeom>
            <a:solidFill>
              <a:schemeClr val="lt1">
                <a:alpha val="7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2" name="Google Shape;112;p2"/>
            <p:cNvSpPr/>
            <p:nvPr/>
          </p:nvSpPr>
          <p:spPr>
            <a:xfrm>
              <a:off x="8578953" y="162814"/>
              <a:ext cx="284400" cy="632923"/>
            </a:xfrm>
            <a:prstGeom prst="rect">
              <a:avLst/>
            </a:prstGeom>
            <a:solidFill>
              <a:schemeClr val="lt1">
                <a:alpha val="43137"/>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3" name="Google Shape;113;p2"/>
            <p:cNvSpPr/>
            <p:nvPr/>
          </p:nvSpPr>
          <p:spPr>
            <a:xfrm>
              <a:off x="8290800" y="164715"/>
              <a:ext cx="284400" cy="632923"/>
            </a:xfrm>
            <a:prstGeom prst="rect">
              <a:avLst/>
            </a:prstGeom>
            <a:solidFill>
              <a:schemeClr val="lt1">
                <a:alpha val="1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grpSp>
      <p:sp>
        <p:nvSpPr>
          <p:cNvPr id="114" name="Google Shape;114;p2"/>
          <p:cNvSpPr txBox="1"/>
          <p:nvPr/>
        </p:nvSpPr>
        <p:spPr>
          <a:xfrm>
            <a:off x="114899" y="244717"/>
            <a:ext cx="10630131" cy="818800"/>
          </a:xfrm>
          <a:prstGeom prst="rect">
            <a:avLst/>
          </a:prstGeom>
          <a:noFill/>
          <a:ln>
            <a:noFill/>
          </a:ln>
        </p:spPr>
        <p:txBody>
          <a:bodyPr spcFirstLastPara="1" wrap="square" lIns="91433" tIns="91433" rIns="91433" bIns="91433" anchor="t" anchorCtr="0">
            <a:noAutofit/>
          </a:bodyPr>
          <a:lstStyle/>
          <a:p>
            <a:pPr>
              <a:buClr>
                <a:srgbClr val="000000"/>
              </a:buClr>
              <a:buSzPts val="3000"/>
            </a:pPr>
            <a:r>
              <a:rPr lang="en-US" sz="4000" b="1" dirty="0">
                <a:solidFill>
                  <a:srgbClr val="FFFFFF"/>
                </a:solidFill>
                <a:latin typeface="Rubik"/>
                <a:ea typeface="Rubik"/>
                <a:cs typeface="Rubik"/>
                <a:sym typeface="Rubik"/>
              </a:rPr>
              <a:t>Quick Reminder</a:t>
            </a:r>
            <a:endParaRPr lang="he-IL" sz="4000" b="1" dirty="0">
              <a:solidFill>
                <a:srgbClr val="FFFFFF"/>
              </a:solidFill>
              <a:latin typeface="Rubik"/>
              <a:ea typeface="Rubik"/>
              <a:cs typeface="Rubik"/>
              <a:sym typeface="Rubik"/>
            </a:endParaRPr>
          </a:p>
        </p:txBody>
      </p:sp>
      <p:sp>
        <p:nvSpPr>
          <p:cNvPr id="118" name="Google Shape;118;p2"/>
          <p:cNvSpPr txBox="1"/>
          <p:nvPr/>
        </p:nvSpPr>
        <p:spPr>
          <a:xfrm>
            <a:off x="714926" y="1636401"/>
            <a:ext cx="4805029" cy="2027617"/>
          </a:xfrm>
          <a:prstGeom prst="rect">
            <a:avLst/>
          </a:prstGeom>
          <a:noFill/>
          <a:ln>
            <a:noFill/>
          </a:ln>
        </p:spPr>
        <p:txBody>
          <a:bodyPr spcFirstLastPara="1" wrap="square" lIns="121900" tIns="121900" rIns="121900" bIns="121900" anchor="t" anchorCtr="0">
            <a:noAutofit/>
          </a:bodyPr>
          <a:lstStyle/>
          <a:p>
            <a:pPr>
              <a:lnSpc>
                <a:spcPct val="115000"/>
              </a:lnSpc>
            </a:pPr>
            <a:r>
              <a:rPr lang="en-US" sz="1600" b="1" dirty="0">
                <a:solidFill>
                  <a:schemeClr val="dk1"/>
                </a:solidFill>
              </a:rPr>
              <a:t>Subsystems:</a:t>
            </a:r>
            <a:r>
              <a:rPr lang="en-US" sz="1600" dirty="0">
                <a:solidFill>
                  <a:schemeClr val="dk1"/>
                </a:solidFill>
              </a:rPr>
              <a:t> The basic building blocks of a robot’s functionality. They represent physical components of the robot (like drive trains, elevators, or intake mechanisms) and provide methods for controlling these components</a:t>
            </a: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1896" y="5834287"/>
            <a:ext cx="1020104" cy="1020104"/>
          </a:xfrm>
          <a:prstGeom prst="rect">
            <a:avLst/>
          </a:prstGeom>
          <a:noFill/>
          <a:extLst>
            <a:ext uri="{909E8E84-426E-40DD-AFC4-6F175D3DCCD1}">
              <a14:hiddenFill xmlns:a14="http://schemas.microsoft.com/office/drawing/2010/main">
                <a:solidFill>
                  <a:srgbClr val="FFFFFF"/>
                </a:solidFill>
              </a14:hiddenFill>
            </a:ext>
          </a:extLst>
        </p:spPr>
      </p:pic>
      <p:pic>
        <p:nvPicPr>
          <p:cNvPr id="6" name="Graphic 5">
            <a:extLst>
              <a:ext uri="{FF2B5EF4-FFF2-40B4-BE49-F238E27FC236}">
                <a16:creationId xmlns:a16="http://schemas.microsoft.com/office/drawing/2014/main" id="{FA410FFC-5D06-9B17-A047-A3020E16149E}"/>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b="4218"/>
          <a:stretch/>
        </p:blipFill>
        <p:spPr>
          <a:xfrm>
            <a:off x="1715100" y="3506206"/>
            <a:ext cx="8225729" cy="2596415"/>
          </a:xfrm>
          <a:prstGeom prst="rect">
            <a:avLst/>
          </a:prstGeom>
        </p:spPr>
      </p:pic>
      <p:sp>
        <p:nvSpPr>
          <p:cNvPr id="7" name="Google Shape;118;p2">
            <a:extLst>
              <a:ext uri="{FF2B5EF4-FFF2-40B4-BE49-F238E27FC236}">
                <a16:creationId xmlns:a16="http://schemas.microsoft.com/office/drawing/2014/main" id="{996CA788-2BB7-55D7-FD07-5B00413342EF}"/>
              </a:ext>
            </a:extLst>
          </p:cNvPr>
          <p:cNvSpPr txBox="1"/>
          <p:nvPr/>
        </p:nvSpPr>
        <p:spPr>
          <a:xfrm>
            <a:off x="5940001" y="1636400"/>
            <a:ext cx="5001001" cy="2027617"/>
          </a:xfrm>
          <a:prstGeom prst="rect">
            <a:avLst/>
          </a:prstGeom>
          <a:noFill/>
          <a:ln>
            <a:noFill/>
          </a:ln>
        </p:spPr>
        <p:txBody>
          <a:bodyPr spcFirstLastPara="1" wrap="square" lIns="121900" tIns="121900" rIns="121900" bIns="121900" anchor="t" anchorCtr="0">
            <a:noAutofit/>
          </a:bodyPr>
          <a:lstStyle/>
          <a:p>
            <a:pPr>
              <a:lnSpc>
                <a:spcPct val="115000"/>
              </a:lnSpc>
            </a:pPr>
            <a:r>
              <a:rPr lang="en-US" sz="1600" b="1" dirty="0">
                <a:solidFill>
                  <a:schemeClr val="dk1"/>
                </a:solidFill>
              </a:rPr>
              <a:t>Commands: </a:t>
            </a:r>
            <a:r>
              <a:rPr lang="en-US" sz="1600" dirty="0">
                <a:solidFill>
                  <a:schemeClr val="dk1"/>
                </a:solidFill>
              </a:rPr>
              <a:t>Define a high-level actions that involve one or more subsystems. For example, a “DriveDistance” command might use a “DriveTrain” subsystem to drive a certain distance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grpSp>
        <p:nvGrpSpPr>
          <p:cNvPr id="12" name="Google Shape;89;p1">
            <a:extLst>
              <a:ext uri="{FF2B5EF4-FFF2-40B4-BE49-F238E27FC236}">
                <a16:creationId xmlns:a16="http://schemas.microsoft.com/office/drawing/2014/main" id="{A7ADCE01-0604-AC2B-8A5F-F7BB47FC7A4C}"/>
              </a:ext>
            </a:extLst>
          </p:cNvPr>
          <p:cNvGrpSpPr/>
          <p:nvPr/>
        </p:nvGrpSpPr>
        <p:grpSpPr>
          <a:xfrm>
            <a:off x="0" y="1"/>
            <a:ext cx="12192000" cy="3055948"/>
            <a:chOff x="0" y="1072338"/>
            <a:chExt cx="12192000" cy="2764396"/>
          </a:xfrm>
        </p:grpSpPr>
        <p:sp>
          <p:nvSpPr>
            <p:cNvPr id="13" name="Google Shape;90;p1">
              <a:extLst>
                <a:ext uri="{FF2B5EF4-FFF2-40B4-BE49-F238E27FC236}">
                  <a16:creationId xmlns:a16="http://schemas.microsoft.com/office/drawing/2014/main" id="{197DB5CE-FCBF-8893-324E-AD37E651D7AA}"/>
                </a:ext>
              </a:extLst>
            </p:cNvPr>
            <p:cNvSpPr/>
            <p:nvPr/>
          </p:nvSpPr>
          <p:spPr>
            <a:xfrm>
              <a:off x="0" y="1072338"/>
              <a:ext cx="12192000" cy="2764396"/>
            </a:xfrm>
            <a:prstGeom prst="rect">
              <a:avLst/>
            </a:prstGeom>
            <a:solidFill>
              <a:srgbClr val="013471"/>
            </a:solidFill>
            <a:ln>
              <a:noFill/>
            </a:ln>
          </p:spPr>
          <p:txBody>
            <a:bodyPr spcFirstLastPara="1" wrap="square" lIns="91433" tIns="45700" rIns="91433" bIns="45700" anchor="ctr" anchorCtr="0">
              <a:noAutofit/>
            </a:bodyPr>
            <a:lstStyle/>
            <a:p>
              <a:pPr algn="ctr" rtl="1">
                <a:buClr>
                  <a:srgbClr val="000000"/>
                </a:buClr>
                <a:buSzPts val="1400"/>
              </a:pPr>
              <a:endParaRPr sz="1867">
                <a:solidFill>
                  <a:schemeClr val="lt1"/>
                </a:solidFill>
                <a:latin typeface="Calibri"/>
                <a:ea typeface="Calibri"/>
                <a:cs typeface="Calibri"/>
                <a:sym typeface="Calibri"/>
              </a:endParaRPr>
            </a:p>
          </p:txBody>
        </p:sp>
        <p:sp>
          <p:nvSpPr>
            <p:cNvPr id="14" name="Google Shape;91;p1">
              <a:extLst>
                <a:ext uri="{FF2B5EF4-FFF2-40B4-BE49-F238E27FC236}">
                  <a16:creationId xmlns:a16="http://schemas.microsoft.com/office/drawing/2014/main" id="{A43190ED-CA31-8839-309D-FB9B63C3C90E}"/>
                </a:ext>
              </a:extLst>
            </p:cNvPr>
            <p:cNvSpPr/>
            <p:nvPr/>
          </p:nvSpPr>
          <p:spPr>
            <a:xfrm>
              <a:off x="0" y="3590994"/>
              <a:ext cx="12192000" cy="245122"/>
            </a:xfrm>
            <a:prstGeom prst="rect">
              <a:avLst/>
            </a:prstGeom>
            <a:solidFill>
              <a:schemeClr val="lt1">
                <a:alpha val="72549"/>
              </a:schemeClr>
            </a:solidFill>
            <a:ln>
              <a:noFill/>
            </a:ln>
          </p:spPr>
          <p:txBody>
            <a:bodyPr spcFirstLastPara="1" wrap="square" lIns="91433" tIns="45700" rIns="91433" bIns="45700" anchor="ctr" anchorCtr="0">
              <a:noAutofit/>
            </a:bodyPr>
            <a:lstStyle/>
            <a:p>
              <a:pPr algn="ctr" rtl="1">
                <a:buClr>
                  <a:srgbClr val="000000"/>
                </a:buClr>
                <a:buSzPts val="1400"/>
              </a:pPr>
              <a:endParaRPr sz="1867">
                <a:solidFill>
                  <a:schemeClr val="lt1"/>
                </a:solidFill>
                <a:latin typeface="Calibri"/>
                <a:ea typeface="Calibri"/>
                <a:cs typeface="Calibri"/>
                <a:sym typeface="Calibri"/>
              </a:endParaRPr>
            </a:p>
          </p:txBody>
        </p:sp>
        <p:sp>
          <p:nvSpPr>
            <p:cNvPr id="15" name="Google Shape;92;p1">
              <a:extLst>
                <a:ext uri="{FF2B5EF4-FFF2-40B4-BE49-F238E27FC236}">
                  <a16:creationId xmlns:a16="http://schemas.microsoft.com/office/drawing/2014/main" id="{BF5406F8-2983-749B-C606-2DF4D2CD9CE3}"/>
                </a:ext>
              </a:extLst>
            </p:cNvPr>
            <p:cNvSpPr/>
            <p:nvPr/>
          </p:nvSpPr>
          <p:spPr>
            <a:xfrm>
              <a:off x="0" y="3345872"/>
              <a:ext cx="12192000" cy="245122"/>
            </a:xfrm>
            <a:prstGeom prst="rect">
              <a:avLst/>
            </a:prstGeom>
            <a:solidFill>
              <a:schemeClr val="lt1">
                <a:alpha val="42352"/>
              </a:schemeClr>
            </a:solidFill>
            <a:ln>
              <a:noFill/>
            </a:ln>
          </p:spPr>
          <p:txBody>
            <a:bodyPr spcFirstLastPara="1" wrap="square" lIns="91433" tIns="45700" rIns="91433" bIns="45700" anchor="ctr" anchorCtr="0">
              <a:noAutofit/>
            </a:bodyPr>
            <a:lstStyle/>
            <a:p>
              <a:pPr algn="ctr" rtl="1">
                <a:buClr>
                  <a:srgbClr val="000000"/>
                </a:buClr>
                <a:buSzPts val="1400"/>
              </a:pPr>
              <a:endParaRPr sz="1867">
                <a:solidFill>
                  <a:schemeClr val="lt1"/>
                </a:solidFill>
                <a:latin typeface="Calibri"/>
                <a:ea typeface="Calibri"/>
                <a:cs typeface="Calibri"/>
                <a:sym typeface="Calibri"/>
              </a:endParaRPr>
            </a:p>
          </p:txBody>
        </p:sp>
        <p:sp>
          <p:nvSpPr>
            <p:cNvPr id="16" name="Google Shape;93;p1">
              <a:extLst>
                <a:ext uri="{FF2B5EF4-FFF2-40B4-BE49-F238E27FC236}">
                  <a16:creationId xmlns:a16="http://schemas.microsoft.com/office/drawing/2014/main" id="{BE61CB2D-6802-2600-98F4-F5F5F4757D89}"/>
                </a:ext>
              </a:extLst>
            </p:cNvPr>
            <p:cNvSpPr/>
            <p:nvPr/>
          </p:nvSpPr>
          <p:spPr>
            <a:xfrm>
              <a:off x="0" y="3100133"/>
              <a:ext cx="12192000" cy="245122"/>
            </a:xfrm>
            <a:prstGeom prst="rect">
              <a:avLst/>
            </a:prstGeom>
            <a:solidFill>
              <a:schemeClr val="lt1">
                <a:alpha val="12549"/>
              </a:schemeClr>
            </a:solidFill>
            <a:ln>
              <a:noFill/>
            </a:ln>
          </p:spPr>
          <p:txBody>
            <a:bodyPr spcFirstLastPara="1" wrap="square" lIns="91433" tIns="45700" rIns="91433" bIns="45700" anchor="ctr" anchorCtr="0">
              <a:noAutofit/>
            </a:bodyPr>
            <a:lstStyle/>
            <a:p>
              <a:pPr algn="ctr" rtl="1">
                <a:buClr>
                  <a:srgbClr val="000000"/>
                </a:buClr>
                <a:buSzPts val="1400"/>
              </a:pPr>
              <a:endParaRPr sz="1867">
                <a:solidFill>
                  <a:schemeClr val="lt1"/>
                </a:solidFill>
                <a:latin typeface="Calibri"/>
                <a:ea typeface="Calibri"/>
                <a:cs typeface="Calibri"/>
                <a:sym typeface="Calibri"/>
              </a:endParaRPr>
            </a:p>
          </p:txBody>
        </p:sp>
      </p:grpSp>
      <p:sp>
        <p:nvSpPr>
          <p:cNvPr id="104" name="Google Shape;104;g9605f3d7aa_0_91"/>
          <p:cNvSpPr txBox="1"/>
          <p:nvPr/>
        </p:nvSpPr>
        <p:spPr>
          <a:xfrm>
            <a:off x="2246262" y="518159"/>
            <a:ext cx="7432491" cy="1867699"/>
          </a:xfrm>
          <a:prstGeom prst="rect">
            <a:avLst/>
          </a:prstGeom>
          <a:noFill/>
          <a:ln>
            <a:noFill/>
          </a:ln>
        </p:spPr>
        <p:txBody>
          <a:bodyPr spcFirstLastPara="1" wrap="square" lIns="121900" tIns="121900" rIns="121900" bIns="121900" anchor="t" anchorCtr="0">
            <a:noAutofit/>
          </a:bodyPr>
          <a:lstStyle/>
          <a:p>
            <a:pPr algn="ctr"/>
            <a:r>
              <a:rPr lang="en-US" sz="8000" b="1" dirty="0">
                <a:solidFill>
                  <a:schemeClr val="bg1"/>
                </a:solidFill>
              </a:rPr>
              <a:t>Defaults</a:t>
            </a:r>
            <a:endParaRPr sz="8000" b="1" dirty="0">
              <a:solidFill>
                <a:schemeClr val="bg1"/>
              </a:solidFill>
            </a:endParaRPr>
          </a:p>
        </p:txBody>
      </p:sp>
      <p:pic>
        <p:nvPicPr>
          <p:cNvPr id="2" name="Picture 1">
            <a:extLst>
              <a:ext uri="{FF2B5EF4-FFF2-40B4-BE49-F238E27FC236}">
                <a16:creationId xmlns:a16="http://schemas.microsoft.com/office/drawing/2014/main" id="{BD2F3CC3-D080-F54E-C1AF-4F79B375633A}"/>
              </a:ext>
            </a:extLst>
          </p:cNvPr>
          <p:cNvPicPr>
            <a:picLocks noChangeAspect="1"/>
          </p:cNvPicPr>
          <p:nvPr/>
        </p:nvPicPr>
        <p:blipFill>
          <a:blip r:embed="rId3"/>
          <a:stretch>
            <a:fillRect/>
          </a:stretch>
        </p:blipFill>
        <p:spPr>
          <a:xfrm>
            <a:off x="4257054" y="3183407"/>
            <a:ext cx="3410909" cy="341090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FACE9910-FCED-A9E1-52AC-4524B5A01492}"/>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CF3B6EE0-8BE1-C170-892B-26895863104B}"/>
              </a:ext>
            </a:extLst>
          </p:cNvPr>
          <p:cNvPicPr>
            <a:picLocks noChangeAspect="1"/>
          </p:cNvPicPr>
          <p:nvPr/>
        </p:nvPicPr>
        <p:blipFill>
          <a:blip r:embed="rId3"/>
          <a:stretch>
            <a:fillRect/>
          </a:stretch>
        </p:blipFill>
        <p:spPr>
          <a:xfrm>
            <a:off x="11171896" y="5828468"/>
            <a:ext cx="1025923" cy="1025923"/>
          </a:xfrm>
          <a:prstGeom prst="rect">
            <a:avLst/>
          </a:prstGeom>
        </p:spPr>
      </p:pic>
      <p:grpSp>
        <p:nvGrpSpPr>
          <p:cNvPr id="4" name="Group 3">
            <a:extLst>
              <a:ext uri="{FF2B5EF4-FFF2-40B4-BE49-F238E27FC236}">
                <a16:creationId xmlns:a16="http://schemas.microsoft.com/office/drawing/2014/main" id="{6D190327-675C-4A07-D660-D5ED15846056}"/>
              </a:ext>
            </a:extLst>
          </p:cNvPr>
          <p:cNvGrpSpPr/>
          <p:nvPr/>
        </p:nvGrpSpPr>
        <p:grpSpPr>
          <a:xfrm>
            <a:off x="1" y="217085"/>
            <a:ext cx="12197004" cy="846432"/>
            <a:chOff x="0" y="162814"/>
            <a:chExt cx="9147753" cy="634824"/>
          </a:xfrm>
        </p:grpSpPr>
        <p:sp>
          <p:nvSpPr>
            <p:cNvPr id="110" name="Google Shape;110;p2">
              <a:extLst>
                <a:ext uri="{FF2B5EF4-FFF2-40B4-BE49-F238E27FC236}">
                  <a16:creationId xmlns:a16="http://schemas.microsoft.com/office/drawing/2014/main" id="{7E6E1596-E2C3-2986-CC5A-FBE74A0772A4}"/>
                </a:ext>
              </a:extLst>
            </p:cNvPr>
            <p:cNvSpPr/>
            <p:nvPr/>
          </p:nvSpPr>
          <p:spPr>
            <a:xfrm>
              <a:off x="0" y="164715"/>
              <a:ext cx="9144000" cy="632923"/>
            </a:xfrm>
            <a:prstGeom prst="rect">
              <a:avLst/>
            </a:prstGeom>
            <a:solidFill>
              <a:srgbClr val="013471"/>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FD1842E2-FE9E-0799-D41F-E3455FF8B86D}"/>
                </a:ext>
              </a:extLst>
            </p:cNvPr>
            <p:cNvSpPr/>
            <p:nvPr/>
          </p:nvSpPr>
          <p:spPr>
            <a:xfrm>
              <a:off x="8863353" y="162815"/>
              <a:ext cx="284400" cy="632923"/>
            </a:xfrm>
            <a:prstGeom prst="rect">
              <a:avLst/>
            </a:prstGeom>
            <a:solidFill>
              <a:schemeClr val="lt1">
                <a:alpha val="7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2" name="Google Shape;112;p2">
              <a:extLst>
                <a:ext uri="{FF2B5EF4-FFF2-40B4-BE49-F238E27FC236}">
                  <a16:creationId xmlns:a16="http://schemas.microsoft.com/office/drawing/2014/main" id="{C69495D5-2F60-829D-35E3-24B734E85099}"/>
                </a:ext>
              </a:extLst>
            </p:cNvPr>
            <p:cNvSpPr/>
            <p:nvPr/>
          </p:nvSpPr>
          <p:spPr>
            <a:xfrm>
              <a:off x="8578953" y="162814"/>
              <a:ext cx="284400" cy="632923"/>
            </a:xfrm>
            <a:prstGeom prst="rect">
              <a:avLst/>
            </a:prstGeom>
            <a:solidFill>
              <a:schemeClr val="lt1">
                <a:alpha val="43137"/>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3" name="Google Shape;113;p2">
              <a:extLst>
                <a:ext uri="{FF2B5EF4-FFF2-40B4-BE49-F238E27FC236}">
                  <a16:creationId xmlns:a16="http://schemas.microsoft.com/office/drawing/2014/main" id="{A4B10418-E971-FB52-F06B-23294BD00DE9}"/>
                </a:ext>
              </a:extLst>
            </p:cNvPr>
            <p:cNvSpPr/>
            <p:nvPr/>
          </p:nvSpPr>
          <p:spPr>
            <a:xfrm>
              <a:off x="8290800" y="164715"/>
              <a:ext cx="284400" cy="632923"/>
            </a:xfrm>
            <a:prstGeom prst="rect">
              <a:avLst/>
            </a:prstGeom>
            <a:solidFill>
              <a:schemeClr val="lt1">
                <a:alpha val="1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grpSp>
      <p:sp>
        <p:nvSpPr>
          <p:cNvPr id="114" name="Google Shape;114;p2">
            <a:extLst>
              <a:ext uri="{FF2B5EF4-FFF2-40B4-BE49-F238E27FC236}">
                <a16:creationId xmlns:a16="http://schemas.microsoft.com/office/drawing/2014/main" id="{263B5D06-FD7B-B2C2-2433-B5838938EEC3}"/>
              </a:ext>
            </a:extLst>
          </p:cNvPr>
          <p:cNvSpPr txBox="1"/>
          <p:nvPr/>
        </p:nvSpPr>
        <p:spPr>
          <a:xfrm>
            <a:off x="114899" y="244717"/>
            <a:ext cx="10630131" cy="818800"/>
          </a:xfrm>
          <a:prstGeom prst="rect">
            <a:avLst/>
          </a:prstGeom>
          <a:noFill/>
          <a:ln>
            <a:noFill/>
          </a:ln>
        </p:spPr>
        <p:txBody>
          <a:bodyPr spcFirstLastPara="1" wrap="square" lIns="91433" tIns="91433" rIns="91433" bIns="91433" anchor="t" anchorCtr="0">
            <a:noAutofit/>
          </a:bodyPr>
          <a:lstStyle/>
          <a:p>
            <a:pPr>
              <a:buClr>
                <a:srgbClr val="000000"/>
              </a:buClr>
              <a:buSzPts val="3000"/>
            </a:pPr>
            <a:r>
              <a:rPr lang="en-US" sz="4000" b="1" dirty="0">
                <a:solidFill>
                  <a:srgbClr val="FFFFFF"/>
                </a:solidFill>
                <a:latin typeface="Rubik"/>
                <a:ea typeface="Rubik"/>
                <a:cs typeface="Rubik"/>
                <a:sym typeface="Rubik"/>
              </a:rPr>
              <a:t>Template defaults</a:t>
            </a:r>
            <a:endParaRPr lang="he-IL" sz="4000" b="1" dirty="0">
              <a:solidFill>
                <a:srgbClr val="FFFFFF"/>
              </a:solidFill>
              <a:latin typeface="Rubik"/>
              <a:ea typeface="Rubik"/>
              <a:cs typeface="Rubik"/>
              <a:sym typeface="Rubik"/>
            </a:endParaRPr>
          </a:p>
        </p:txBody>
      </p:sp>
      <p:sp>
        <p:nvSpPr>
          <p:cNvPr id="3" name="Google Shape;118;p2">
            <a:extLst>
              <a:ext uri="{FF2B5EF4-FFF2-40B4-BE49-F238E27FC236}">
                <a16:creationId xmlns:a16="http://schemas.microsoft.com/office/drawing/2014/main" id="{28EF795C-7B25-B3A3-5FA8-82410B58DF56}"/>
              </a:ext>
            </a:extLst>
          </p:cNvPr>
          <p:cNvSpPr txBox="1"/>
          <p:nvPr/>
        </p:nvSpPr>
        <p:spPr>
          <a:xfrm>
            <a:off x="474195" y="1300686"/>
            <a:ext cx="10720855" cy="5108093"/>
          </a:xfrm>
          <a:prstGeom prst="rect">
            <a:avLst/>
          </a:prstGeom>
          <a:noFill/>
          <a:ln>
            <a:noFill/>
          </a:ln>
        </p:spPr>
        <p:txBody>
          <a:bodyPr spcFirstLastPara="1" wrap="square" lIns="121900" tIns="121900" rIns="121900" bIns="121900" anchor="t" anchorCtr="0">
            <a:noAutofit/>
          </a:bodyPr>
          <a:lstStyle/>
          <a:p>
            <a:pPr>
              <a:lnSpc>
                <a:spcPct val="115000"/>
              </a:lnSpc>
            </a:pPr>
            <a:r>
              <a:rPr lang="en-US" sz="2000" dirty="0">
                <a:solidFill>
                  <a:schemeClr val="dk1"/>
                </a:solidFill>
                <a:latin typeface="Rubik" pitchFamily="2" charset="-79"/>
                <a:cs typeface="Rubik" pitchFamily="2" charset="-79"/>
              </a:rPr>
              <a:t>After you create a new Template </a:t>
            </a:r>
            <a:r>
              <a:rPr lang="en-US" sz="2000" dirty="0" err="1">
                <a:solidFill>
                  <a:schemeClr val="dk1"/>
                </a:solidFill>
                <a:latin typeface="Rubik" pitchFamily="2" charset="-79"/>
                <a:cs typeface="Rubik" pitchFamily="2" charset="-79"/>
              </a:rPr>
              <a:t>WPILib</a:t>
            </a:r>
            <a:r>
              <a:rPr lang="en-US" sz="2000" dirty="0">
                <a:solidFill>
                  <a:schemeClr val="dk1"/>
                </a:solidFill>
                <a:latin typeface="Rubik" pitchFamily="2" charset="-79"/>
                <a:cs typeface="Rubik" pitchFamily="2" charset="-79"/>
              </a:rPr>
              <a:t> project, the default code structure will look something like this</a:t>
            </a:r>
          </a:p>
          <a:p>
            <a:pPr>
              <a:lnSpc>
                <a:spcPct val="115000"/>
              </a:lnSpc>
            </a:pPr>
            <a:endParaRPr lang="en-US" sz="2000" dirty="0">
              <a:solidFill>
                <a:schemeClr val="dk1"/>
              </a:solidFill>
              <a:latin typeface="Rubik" pitchFamily="2" charset="-79"/>
              <a:cs typeface="Rubik" pitchFamily="2" charset="-79"/>
            </a:endParaRPr>
          </a:p>
          <a:p>
            <a:pPr>
              <a:lnSpc>
                <a:spcPct val="115000"/>
              </a:lnSpc>
            </a:pPr>
            <a:endParaRPr lang="en-US" sz="2000" dirty="0">
              <a:solidFill>
                <a:schemeClr val="dk1"/>
              </a:solidFill>
              <a:latin typeface="Rubik" pitchFamily="2" charset="-79"/>
              <a:cs typeface="Rubik" pitchFamily="2" charset="-79"/>
            </a:endParaRPr>
          </a:p>
          <a:p>
            <a:pPr>
              <a:lnSpc>
                <a:spcPct val="115000"/>
              </a:lnSpc>
            </a:pPr>
            <a:endParaRPr lang="en-US" sz="2000" dirty="0">
              <a:solidFill>
                <a:schemeClr val="dk1"/>
              </a:solidFill>
              <a:latin typeface="Rubik" pitchFamily="2" charset="-79"/>
              <a:cs typeface="Rubik" pitchFamily="2" charset="-79"/>
            </a:endParaRPr>
          </a:p>
          <a:p>
            <a:pPr>
              <a:lnSpc>
                <a:spcPct val="115000"/>
              </a:lnSpc>
            </a:pPr>
            <a:endParaRPr lang="en-US" sz="2000" dirty="0">
              <a:solidFill>
                <a:schemeClr val="dk1"/>
              </a:solidFill>
              <a:latin typeface="Rubik" pitchFamily="2" charset="-79"/>
              <a:cs typeface="Rubik" pitchFamily="2" charset="-79"/>
            </a:endParaRPr>
          </a:p>
          <a:p>
            <a:pPr>
              <a:lnSpc>
                <a:spcPct val="115000"/>
              </a:lnSpc>
            </a:pPr>
            <a:endParaRPr lang="en-US" sz="2000" dirty="0">
              <a:solidFill>
                <a:schemeClr val="dk1"/>
              </a:solidFill>
              <a:latin typeface="Rubik" pitchFamily="2" charset="-79"/>
              <a:cs typeface="Rubik" pitchFamily="2" charset="-79"/>
            </a:endParaRPr>
          </a:p>
          <a:p>
            <a:pPr>
              <a:lnSpc>
                <a:spcPct val="115000"/>
              </a:lnSpc>
            </a:pPr>
            <a:endParaRPr lang="en-US" sz="2000" dirty="0">
              <a:solidFill>
                <a:schemeClr val="dk1"/>
              </a:solidFill>
              <a:latin typeface="Rubik" pitchFamily="2" charset="-79"/>
              <a:cs typeface="Rubik" pitchFamily="2" charset="-79"/>
            </a:endParaRPr>
          </a:p>
          <a:p>
            <a:pPr>
              <a:lnSpc>
                <a:spcPct val="115000"/>
              </a:lnSpc>
            </a:pPr>
            <a:endParaRPr lang="en-US" sz="2000" dirty="0">
              <a:solidFill>
                <a:schemeClr val="dk1"/>
              </a:solidFill>
              <a:latin typeface="Rubik" pitchFamily="2" charset="-79"/>
              <a:cs typeface="Rubik" pitchFamily="2" charset="-79"/>
            </a:endParaRPr>
          </a:p>
          <a:p>
            <a:pPr>
              <a:lnSpc>
                <a:spcPct val="115000"/>
              </a:lnSpc>
            </a:pPr>
            <a:endParaRPr lang="en-US" sz="2000" dirty="0">
              <a:solidFill>
                <a:schemeClr val="dk1"/>
              </a:solidFill>
              <a:latin typeface="Rubik" pitchFamily="2" charset="-79"/>
              <a:cs typeface="Rubik" pitchFamily="2" charset="-79"/>
            </a:endParaRPr>
          </a:p>
          <a:p>
            <a:pPr>
              <a:lnSpc>
                <a:spcPct val="115000"/>
              </a:lnSpc>
            </a:pPr>
            <a:r>
              <a:rPr lang="en-US" sz="2000" dirty="0">
                <a:solidFill>
                  <a:schemeClr val="dk1"/>
                </a:solidFill>
                <a:latin typeface="Rubik" pitchFamily="2" charset="-79"/>
                <a:cs typeface="Rubik" pitchFamily="2" charset="-79"/>
              </a:rPr>
              <a:t>In the next few slides, I will focus on the ‘</a:t>
            </a:r>
            <a:r>
              <a:rPr lang="en-US" sz="2000" i="1" dirty="0">
                <a:solidFill>
                  <a:schemeClr val="dk1"/>
                </a:solidFill>
                <a:latin typeface="Rubik" pitchFamily="2" charset="-79"/>
                <a:cs typeface="Rubik" pitchFamily="2" charset="-79"/>
              </a:rPr>
              <a:t>Robot.java’</a:t>
            </a:r>
            <a:r>
              <a:rPr lang="en-US" sz="2000" dirty="0">
                <a:solidFill>
                  <a:schemeClr val="dk1"/>
                </a:solidFill>
                <a:latin typeface="Rubik" pitchFamily="2" charset="-79"/>
                <a:cs typeface="Rubik" pitchFamily="2" charset="-79"/>
              </a:rPr>
              <a:t> &amp; ‘</a:t>
            </a:r>
            <a:r>
              <a:rPr lang="en-US" sz="2000" i="1" dirty="0">
                <a:solidFill>
                  <a:schemeClr val="dk1"/>
                </a:solidFill>
                <a:latin typeface="Rubik" pitchFamily="2" charset="-79"/>
                <a:cs typeface="Rubik" pitchFamily="2" charset="-79"/>
              </a:rPr>
              <a:t>RobotContainer.java’ </a:t>
            </a:r>
            <a:r>
              <a:rPr lang="en-US" sz="2000" dirty="0">
                <a:solidFill>
                  <a:schemeClr val="dk1"/>
                </a:solidFill>
                <a:latin typeface="Rubik" pitchFamily="2" charset="-79"/>
                <a:cs typeface="Rubik" pitchFamily="2" charset="-79"/>
              </a:rPr>
              <a:t>files.</a:t>
            </a:r>
          </a:p>
          <a:p>
            <a:pPr>
              <a:lnSpc>
                <a:spcPct val="115000"/>
              </a:lnSpc>
            </a:pPr>
            <a:endParaRPr lang="en-US" sz="2000" dirty="0">
              <a:solidFill>
                <a:schemeClr val="dk1"/>
              </a:solidFill>
              <a:latin typeface="Rubik" pitchFamily="2" charset="-79"/>
              <a:cs typeface="Rubik" pitchFamily="2" charset="-79"/>
            </a:endParaRPr>
          </a:p>
        </p:txBody>
      </p:sp>
      <p:pic>
        <p:nvPicPr>
          <p:cNvPr id="14" name="Picture 13">
            <a:extLst>
              <a:ext uri="{FF2B5EF4-FFF2-40B4-BE49-F238E27FC236}">
                <a16:creationId xmlns:a16="http://schemas.microsoft.com/office/drawing/2014/main" id="{A6764ECF-A976-45EA-10A8-032B5748AAAF}"/>
              </a:ext>
            </a:extLst>
          </p:cNvPr>
          <p:cNvPicPr>
            <a:picLocks noChangeAspect="1"/>
          </p:cNvPicPr>
          <p:nvPr/>
        </p:nvPicPr>
        <p:blipFill>
          <a:blip r:embed="rId4"/>
          <a:stretch>
            <a:fillRect/>
          </a:stretch>
        </p:blipFill>
        <p:spPr>
          <a:xfrm>
            <a:off x="474195" y="2153554"/>
            <a:ext cx="2049005" cy="2590696"/>
          </a:xfrm>
          <a:prstGeom prst="rect">
            <a:avLst/>
          </a:prstGeom>
        </p:spPr>
      </p:pic>
    </p:spTree>
    <p:extLst>
      <p:ext uri="{BB962C8B-B14F-4D97-AF65-F5344CB8AC3E}">
        <p14:creationId xmlns:p14="http://schemas.microsoft.com/office/powerpoint/2010/main" val="1614991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5FD57738-A1FD-6416-8DBA-01A490027D0E}"/>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9F3A0DF8-FEB4-65C1-5E19-D516A5A3DC5E}"/>
              </a:ext>
            </a:extLst>
          </p:cNvPr>
          <p:cNvPicPr>
            <a:picLocks noChangeAspect="1"/>
          </p:cNvPicPr>
          <p:nvPr/>
        </p:nvPicPr>
        <p:blipFill>
          <a:blip r:embed="rId3"/>
          <a:stretch>
            <a:fillRect/>
          </a:stretch>
        </p:blipFill>
        <p:spPr>
          <a:xfrm>
            <a:off x="11171896" y="5828468"/>
            <a:ext cx="1025923" cy="1025923"/>
          </a:xfrm>
          <a:prstGeom prst="rect">
            <a:avLst/>
          </a:prstGeom>
        </p:spPr>
      </p:pic>
      <p:grpSp>
        <p:nvGrpSpPr>
          <p:cNvPr id="4" name="Group 3">
            <a:extLst>
              <a:ext uri="{FF2B5EF4-FFF2-40B4-BE49-F238E27FC236}">
                <a16:creationId xmlns:a16="http://schemas.microsoft.com/office/drawing/2014/main" id="{B03081EF-F1E4-AED0-7611-8920ADEFCA03}"/>
              </a:ext>
            </a:extLst>
          </p:cNvPr>
          <p:cNvGrpSpPr/>
          <p:nvPr/>
        </p:nvGrpSpPr>
        <p:grpSpPr>
          <a:xfrm>
            <a:off x="1" y="217085"/>
            <a:ext cx="12197004" cy="846432"/>
            <a:chOff x="0" y="162814"/>
            <a:chExt cx="9147753" cy="634824"/>
          </a:xfrm>
        </p:grpSpPr>
        <p:sp>
          <p:nvSpPr>
            <p:cNvPr id="110" name="Google Shape;110;p2">
              <a:extLst>
                <a:ext uri="{FF2B5EF4-FFF2-40B4-BE49-F238E27FC236}">
                  <a16:creationId xmlns:a16="http://schemas.microsoft.com/office/drawing/2014/main" id="{0161AFC2-7EE4-7F21-10C9-A05BD21CFBCC}"/>
                </a:ext>
              </a:extLst>
            </p:cNvPr>
            <p:cNvSpPr/>
            <p:nvPr/>
          </p:nvSpPr>
          <p:spPr>
            <a:xfrm>
              <a:off x="0" y="164715"/>
              <a:ext cx="9144000" cy="632923"/>
            </a:xfrm>
            <a:prstGeom prst="rect">
              <a:avLst/>
            </a:prstGeom>
            <a:solidFill>
              <a:srgbClr val="013471"/>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7BD55221-B464-C3BF-13DE-B0A2211807FA}"/>
                </a:ext>
              </a:extLst>
            </p:cNvPr>
            <p:cNvSpPr/>
            <p:nvPr/>
          </p:nvSpPr>
          <p:spPr>
            <a:xfrm>
              <a:off x="8863353" y="162815"/>
              <a:ext cx="284400" cy="632923"/>
            </a:xfrm>
            <a:prstGeom prst="rect">
              <a:avLst/>
            </a:prstGeom>
            <a:solidFill>
              <a:schemeClr val="lt1">
                <a:alpha val="7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2" name="Google Shape;112;p2">
              <a:extLst>
                <a:ext uri="{FF2B5EF4-FFF2-40B4-BE49-F238E27FC236}">
                  <a16:creationId xmlns:a16="http://schemas.microsoft.com/office/drawing/2014/main" id="{88368FB6-02C8-81E1-8C59-AB8E01DA041F}"/>
                </a:ext>
              </a:extLst>
            </p:cNvPr>
            <p:cNvSpPr/>
            <p:nvPr/>
          </p:nvSpPr>
          <p:spPr>
            <a:xfrm>
              <a:off x="8578953" y="162814"/>
              <a:ext cx="284400" cy="632923"/>
            </a:xfrm>
            <a:prstGeom prst="rect">
              <a:avLst/>
            </a:prstGeom>
            <a:solidFill>
              <a:schemeClr val="lt1">
                <a:alpha val="43137"/>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3" name="Google Shape;113;p2">
              <a:extLst>
                <a:ext uri="{FF2B5EF4-FFF2-40B4-BE49-F238E27FC236}">
                  <a16:creationId xmlns:a16="http://schemas.microsoft.com/office/drawing/2014/main" id="{BBDA27B0-3470-E718-57FA-3071C4EF8363}"/>
                </a:ext>
              </a:extLst>
            </p:cNvPr>
            <p:cNvSpPr/>
            <p:nvPr/>
          </p:nvSpPr>
          <p:spPr>
            <a:xfrm>
              <a:off x="8290800" y="164715"/>
              <a:ext cx="284400" cy="632923"/>
            </a:xfrm>
            <a:prstGeom prst="rect">
              <a:avLst/>
            </a:prstGeom>
            <a:solidFill>
              <a:schemeClr val="lt1">
                <a:alpha val="1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grpSp>
      <p:sp>
        <p:nvSpPr>
          <p:cNvPr id="114" name="Google Shape;114;p2">
            <a:extLst>
              <a:ext uri="{FF2B5EF4-FFF2-40B4-BE49-F238E27FC236}">
                <a16:creationId xmlns:a16="http://schemas.microsoft.com/office/drawing/2014/main" id="{C32F5B8B-0C9A-9B10-FC01-C4542D2F9920}"/>
              </a:ext>
            </a:extLst>
          </p:cNvPr>
          <p:cNvSpPr txBox="1"/>
          <p:nvPr/>
        </p:nvSpPr>
        <p:spPr>
          <a:xfrm>
            <a:off x="114899" y="244717"/>
            <a:ext cx="10630131" cy="818800"/>
          </a:xfrm>
          <a:prstGeom prst="rect">
            <a:avLst/>
          </a:prstGeom>
          <a:noFill/>
          <a:ln>
            <a:noFill/>
          </a:ln>
        </p:spPr>
        <p:txBody>
          <a:bodyPr spcFirstLastPara="1" wrap="square" lIns="91433" tIns="91433" rIns="91433" bIns="91433" anchor="t" anchorCtr="0">
            <a:noAutofit/>
          </a:bodyPr>
          <a:lstStyle/>
          <a:p>
            <a:pPr>
              <a:buClr>
                <a:srgbClr val="000000"/>
              </a:buClr>
              <a:buSzPts val="3000"/>
            </a:pPr>
            <a:r>
              <a:rPr lang="en-US" sz="4000" b="1" dirty="0">
                <a:solidFill>
                  <a:srgbClr val="FFFFFF"/>
                </a:solidFill>
                <a:latin typeface="Rubik"/>
                <a:ea typeface="Rubik"/>
                <a:cs typeface="Rubik"/>
                <a:sym typeface="Rubik"/>
              </a:rPr>
              <a:t>Robot.java</a:t>
            </a:r>
            <a:endParaRPr lang="he-IL" sz="4000" b="1" dirty="0">
              <a:solidFill>
                <a:srgbClr val="FFFFFF"/>
              </a:solidFill>
              <a:latin typeface="Rubik"/>
              <a:ea typeface="Rubik"/>
              <a:cs typeface="Rubik"/>
              <a:sym typeface="Rubik"/>
            </a:endParaRPr>
          </a:p>
        </p:txBody>
      </p:sp>
      <p:sp>
        <p:nvSpPr>
          <p:cNvPr id="3" name="Google Shape;118;p2">
            <a:extLst>
              <a:ext uri="{FF2B5EF4-FFF2-40B4-BE49-F238E27FC236}">
                <a16:creationId xmlns:a16="http://schemas.microsoft.com/office/drawing/2014/main" id="{E75ED48E-BC48-A166-0C12-4907C2569381}"/>
              </a:ext>
            </a:extLst>
          </p:cNvPr>
          <p:cNvSpPr txBox="1"/>
          <p:nvPr/>
        </p:nvSpPr>
        <p:spPr>
          <a:xfrm>
            <a:off x="474195" y="1300686"/>
            <a:ext cx="10720855" cy="5108093"/>
          </a:xfrm>
          <a:prstGeom prst="rect">
            <a:avLst/>
          </a:prstGeom>
          <a:noFill/>
          <a:ln>
            <a:noFill/>
          </a:ln>
        </p:spPr>
        <p:txBody>
          <a:bodyPr spcFirstLastPara="1" wrap="square" lIns="121900" tIns="121900" rIns="121900" bIns="121900" anchor="t" anchorCtr="0">
            <a:noAutofit/>
          </a:bodyPr>
          <a:lstStyle/>
          <a:p>
            <a:pPr>
              <a:lnSpc>
                <a:spcPct val="115000"/>
              </a:lnSpc>
            </a:pPr>
            <a:r>
              <a:rPr lang="en-US" sz="2000" b="1" dirty="0">
                <a:solidFill>
                  <a:schemeClr val="dk1"/>
                </a:solidFill>
                <a:latin typeface="Rubik" pitchFamily="2" charset="-79"/>
                <a:cs typeface="Rubik" pitchFamily="2" charset="-79"/>
              </a:rPr>
              <a:t>Purpose</a:t>
            </a:r>
          </a:p>
          <a:p>
            <a:pPr>
              <a:lnSpc>
                <a:spcPct val="115000"/>
              </a:lnSpc>
            </a:pPr>
            <a:r>
              <a:rPr lang="en-US" sz="2000" dirty="0">
                <a:solidFill>
                  <a:schemeClr val="dk1"/>
                </a:solidFill>
                <a:latin typeface="Rubik" pitchFamily="2" charset="-79"/>
                <a:cs typeface="Rubik" pitchFamily="2" charset="-79"/>
              </a:rPr>
              <a:t>The ‘</a:t>
            </a:r>
            <a:r>
              <a:rPr lang="en-US" sz="2000" i="1" dirty="0">
                <a:solidFill>
                  <a:schemeClr val="dk1"/>
                </a:solidFill>
                <a:latin typeface="Rubik" pitchFamily="2" charset="-79"/>
                <a:cs typeface="Rubik" pitchFamily="2" charset="-79"/>
              </a:rPr>
              <a:t>Robot.java’</a:t>
            </a:r>
            <a:r>
              <a:rPr lang="en-US" sz="2000" dirty="0">
                <a:solidFill>
                  <a:schemeClr val="dk1"/>
                </a:solidFill>
                <a:latin typeface="Rubik" pitchFamily="2" charset="-79"/>
                <a:cs typeface="Rubik" pitchFamily="2" charset="-79"/>
              </a:rPr>
              <a:t> class is the main control class that </a:t>
            </a:r>
            <a:r>
              <a:rPr lang="en-US" sz="2000" dirty="0" err="1">
                <a:solidFill>
                  <a:schemeClr val="dk1"/>
                </a:solidFill>
                <a:latin typeface="Rubik" pitchFamily="2" charset="-79"/>
                <a:cs typeface="Rubik" pitchFamily="2" charset="-79"/>
              </a:rPr>
              <a:t>WPILib</a:t>
            </a:r>
            <a:r>
              <a:rPr lang="en-US" sz="2000" dirty="0">
                <a:solidFill>
                  <a:schemeClr val="dk1"/>
                </a:solidFill>
                <a:latin typeface="Rubik" pitchFamily="2" charset="-79"/>
                <a:cs typeface="Rubik" pitchFamily="2" charset="-79"/>
              </a:rPr>
              <a:t> automatically runs on the robot. It connects the robot’s operating modes (Disabled, Autonomous, </a:t>
            </a:r>
            <a:r>
              <a:rPr lang="en-US" sz="2000" dirty="0" err="1">
                <a:solidFill>
                  <a:schemeClr val="dk1"/>
                </a:solidFill>
                <a:latin typeface="Rubik" pitchFamily="2" charset="-79"/>
                <a:cs typeface="Rubik" pitchFamily="2" charset="-79"/>
              </a:rPr>
              <a:t>Teleop</a:t>
            </a:r>
            <a:r>
              <a:rPr lang="en-US" sz="2000" dirty="0">
                <a:solidFill>
                  <a:schemeClr val="dk1"/>
                </a:solidFill>
                <a:latin typeface="Rubik" pitchFamily="2" charset="-79"/>
                <a:cs typeface="Rubik" pitchFamily="2" charset="-79"/>
              </a:rPr>
              <a:t>, Test, Simulation) to the rest of the code through the Command Based Framework.</a:t>
            </a:r>
          </a:p>
          <a:p>
            <a:pPr>
              <a:lnSpc>
                <a:spcPct val="115000"/>
              </a:lnSpc>
            </a:pPr>
            <a:endParaRPr lang="en-US" sz="2000" dirty="0">
              <a:solidFill>
                <a:schemeClr val="dk1"/>
              </a:solidFill>
              <a:latin typeface="Rubik" pitchFamily="2" charset="-79"/>
              <a:cs typeface="Rubik" pitchFamily="2" charset="-79"/>
            </a:endParaRPr>
          </a:p>
          <a:p>
            <a:pPr>
              <a:lnSpc>
                <a:spcPct val="115000"/>
              </a:lnSpc>
            </a:pPr>
            <a:r>
              <a:rPr lang="en-US" sz="2000" b="1" dirty="0">
                <a:solidFill>
                  <a:schemeClr val="dk1"/>
                </a:solidFill>
                <a:latin typeface="Rubik" pitchFamily="2" charset="-79"/>
                <a:cs typeface="Rubik" pitchFamily="2" charset="-79"/>
              </a:rPr>
              <a:t>Key Responsibilities</a:t>
            </a:r>
          </a:p>
          <a:p>
            <a:pPr marL="342900" indent="-342900">
              <a:lnSpc>
                <a:spcPct val="115000"/>
              </a:lnSpc>
              <a:buFont typeface="Arial" panose="020B0604020202020204" pitchFamily="34" charset="0"/>
              <a:buChar char="•"/>
            </a:pPr>
            <a:r>
              <a:rPr lang="en-US" sz="2000" dirty="0">
                <a:solidFill>
                  <a:schemeClr val="dk1"/>
                </a:solidFill>
                <a:latin typeface="Rubik" pitchFamily="2" charset="-79"/>
                <a:cs typeface="Rubik" pitchFamily="2" charset="-79"/>
              </a:rPr>
              <a:t>Inherits from </a:t>
            </a:r>
            <a:r>
              <a:rPr lang="en-US" sz="2000" i="1" dirty="0" err="1">
                <a:solidFill>
                  <a:schemeClr val="dk1"/>
                </a:solidFill>
                <a:latin typeface="Rubik" pitchFamily="2" charset="-79"/>
                <a:cs typeface="Rubik" pitchFamily="2" charset="-79"/>
              </a:rPr>
              <a:t>TimedRobot</a:t>
            </a:r>
            <a:r>
              <a:rPr lang="en-US" sz="2000" dirty="0">
                <a:solidFill>
                  <a:schemeClr val="dk1"/>
                </a:solidFill>
                <a:latin typeface="Rubik" pitchFamily="2" charset="-79"/>
                <a:cs typeface="Rubik" pitchFamily="2" charset="-79"/>
              </a:rPr>
              <a:t>, which calls methods at key robot lifecycle moments.</a:t>
            </a:r>
          </a:p>
          <a:p>
            <a:pPr marL="342900" indent="-342900">
              <a:lnSpc>
                <a:spcPct val="115000"/>
              </a:lnSpc>
              <a:buFont typeface="Arial" panose="020B0604020202020204" pitchFamily="34" charset="0"/>
              <a:buChar char="•"/>
            </a:pPr>
            <a:r>
              <a:rPr lang="en-US" sz="2000" dirty="0">
                <a:solidFill>
                  <a:schemeClr val="dk1"/>
                </a:solidFill>
                <a:latin typeface="Rubik" pitchFamily="2" charset="-79"/>
                <a:cs typeface="Rubik" pitchFamily="2" charset="-79"/>
              </a:rPr>
              <a:t>Creates a single instance of </a:t>
            </a:r>
            <a:r>
              <a:rPr lang="en-US" sz="2000" i="1" dirty="0" err="1">
                <a:solidFill>
                  <a:schemeClr val="dk1"/>
                </a:solidFill>
                <a:latin typeface="Rubik" pitchFamily="2" charset="-79"/>
                <a:cs typeface="Rubik" pitchFamily="2" charset="-79"/>
              </a:rPr>
              <a:t>RobotContainer</a:t>
            </a:r>
            <a:endParaRPr lang="en-US" sz="2000" dirty="0">
              <a:solidFill>
                <a:schemeClr val="dk1"/>
              </a:solidFill>
              <a:latin typeface="Rubik" pitchFamily="2" charset="-79"/>
              <a:cs typeface="Rubik" pitchFamily="2" charset="-79"/>
            </a:endParaRPr>
          </a:p>
          <a:p>
            <a:pPr marL="342900" indent="-342900">
              <a:lnSpc>
                <a:spcPct val="115000"/>
              </a:lnSpc>
              <a:buFont typeface="Arial" panose="020B0604020202020204" pitchFamily="34" charset="0"/>
              <a:buChar char="•"/>
            </a:pPr>
            <a:r>
              <a:rPr lang="en-US" sz="2000" dirty="0">
                <a:solidFill>
                  <a:schemeClr val="dk1"/>
                </a:solidFill>
                <a:latin typeface="Rubik" pitchFamily="2" charset="-79"/>
                <a:cs typeface="Rubik" pitchFamily="2" charset="-79"/>
              </a:rPr>
              <a:t>Runs the </a:t>
            </a:r>
            <a:r>
              <a:rPr lang="en-US" sz="2000" i="1" dirty="0" err="1">
                <a:solidFill>
                  <a:schemeClr val="dk1"/>
                </a:solidFill>
                <a:latin typeface="Rubik" pitchFamily="2" charset="-79"/>
                <a:cs typeface="Rubik" pitchFamily="2" charset="-79"/>
              </a:rPr>
              <a:t>CommandScheduler</a:t>
            </a:r>
            <a:r>
              <a:rPr lang="en-US" sz="2000" dirty="0">
                <a:solidFill>
                  <a:schemeClr val="dk1"/>
                </a:solidFill>
                <a:latin typeface="Rubik" pitchFamily="2" charset="-79"/>
                <a:cs typeface="Rubik" pitchFamily="2" charset="-79"/>
              </a:rPr>
              <a:t> every 20ms to:</a:t>
            </a:r>
          </a:p>
          <a:p>
            <a:pPr marL="800100" lvl="1" indent="-342900">
              <a:lnSpc>
                <a:spcPct val="115000"/>
              </a:lnSpc>
              <a:buFont typeface="Arial" panose="020B0604020202020204" pitchFamily="34" charset="0"/>
              <a:buChar char="•"/>
            </a:pPr>
            <a:r>
              <a:rPr lang="en-US" sz="2000" dirty="0">
                <a:solidFill>
                  <a:schemeClr val="dk1"/>
                </a:solidFill>
                <a:latin typeface="Rubik" pitchFamily="2" charset="-79"/>
                <a:cs typeface="Rubik" pitchFamily="2" charset="-79"/>
              </a:rPr>
              <a:t>Check controller inputs</a:t>
            </a:r>
          </a:p>
          <a:p>
            <a:pPr marL="800100" lvl="1" indent="-342900">
              <a:lnSpc>
                <a:spcPct val="115000"/>
              </a:lnSpc>
              <a:buFont typeface="Arial" panose="020B0604020202020204" pitchFamily="34" charset="0"/>
              <a:buChar char="•"/>
            </a:pPr>
            <a:r>
              <a:rPr lang="en-US" sz="2000" dirty="0">
                <a:solidFill>
                  <a:schemeClr val="dk1"/>
                </a:solidFill>
                <a:latin typeface="Rubik" pitchFamily="2" charset="-79"/>
                <a:cs typeface="Rubik" pitchFamily="2" charset="-79"/>
              </a:rPr>
              <a:t>Run and end commands</a:t>
            </a:r>
          </a:p>
          <a:p>
            <a:pPr marL="800100" lvl="1" indent="-342900">
              <a:lnSpc>
                <a:spcPct val="115000"/>
              </a:lnSpc>
              <a:buFont typeface="Arial" panose="020B0604020202020204" pitchFamily="34" charset="0"/>
              <a:buChar char="•"/>
            </a:pPr>
            <a:r>
              <a:rPr lang="en-US" sz="2000" dirty="0">
                <a:solidFill>
                  <a:schemeClr val="dk1"/>
                </a:solidFill>
                <a:latin typeface="Rubik" pitchFamily="2" charset="-79"/>
                <a:cs typeface="Rubik" pitchFamily="2" charset="-79"/>
              </a:rPr>
              <a:t>Update subsystem periodic functions</a:t>
            </a:r>
          </a:p>
          <a:p>
            <a:pPr marL="800100" lvl="1" indent="-342900">
              <a:lnSpc>
                <a:spcPct val="115000"/>
              </a:lnSpc>
              <a:buFont typeface="Arial" panose="020B0604020202020204" pitchFamily="34" charset="0"/>
              <a:buChar char="•"/>
            </a:pPr>
            <a:r>
              <a:rPr lang="en-US" sz="2000" dirty="0">
                <a:solidFill>
                  <a:schemeClr val="dk1"/>
                </a:solidFill>
                <a:latin typeface="Rubik" pitchFamily="2" charset="-79"/>
                <a:cs typeface="Rubik" pitchFamily="2" charset="-79"/>
              </a:rPr>
              <a:t>Starts and stops the selected autonomous command when modes change</a:t>
            </a:r>
          </a:p>
        </p:txBody>
      </p:sp>
    </p:spTree>
    <p:extLst>
      <p:ext uri="{BB962C8B-B14F-4D97-AF65-F5344CB8AC3E}">
        <p14:creationId xmlns:p14="http://schemas.microsoft.com/office/powerpoint/2010/main" val="2956662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BFE9F319-0768-F8D2-E82C-BC7B09A328C1}"/>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759D1BA1-3436-85AC-997F-A12E51593A3B}"/>
              </a:ext>
            </a:extLst>
          </p:cNvPr>
          <p:cNvPicPr>
            <a:picLocks noChangeAspect="1"/>
          </p:cNvPicPr>
          <p:nvPr/>
        </p:nvPicPr>
        <p:blipFill>
          <a:blip r:embed="rId3"/>
          <a:stretch>
            <a:fillRect/>
          </a:stretch>
        </p:blipFill>
        <p:spPr>
          <a:xfrm>
            <a:off x="11171896" y="5828468"/>
            <a:ext cx="1025923" cy="1025923"/>
          </a:xfrm>
          <a:prstGeom prst="rect">
            <a:avLst/>
          </a:prstGeom>
        </p:spPr>
      </p:pic>
      <p:grpSp>
        <p:nvGrpSpPr>
          <p:cNvPr id="4" name="Group 3">
            <a:extLst>
              <a:ext uri="{FF2B5EF4-FFF2-40B4-BE49-F238E27FC236}">
                <a16:creationId xmlns:a16="http://schemas.microsoft.com/office/drawing/2014/main" id="{638B55EB-57BC-D283-321D-E03F4AD86203}"/>
              </a:ext>
            </a:extLst>
          </p:cNvPr>
          <p:cNvGrpSpPr/>
          <p:nvPr/>
        </p:nvGrpSpPr>
        <p:grpSpPr>
          <a:xfrm>
            <a:off x="1" y="217085"/>
            <a:ext cx="12197004" cy="846432"/>
            <a:chOff x="0" y="162814"/>
            <a:chExt cx="9147753" cy="634824"/>
          </a:xfrm>
        </p:grpSpPr>
        <p:sp>
          <p:nvSpPr>
            <p:cNvPr id="110" name="Google Shape;110;p2">
              <a:extLst>
                <a:ext uri="{FF2B5EF4-FFF2-40B4-BE49-F238E27FC236}">
                  <a16:creationId xmlns:a16="http://schemas.microsoft.com/office/drawing/2014/main" id="{0CE2D568-330E-17FD-780F-B83FAF71824E}"/>
                </a:ext>
              </a:extLst>
            </p:cNvPr>
            <p:cNvSpPr/>
            <p:nvPr/>
          </p:nvSpPr>
          <p:spPr>
            <a:xfrm>
              <a:off x="0" y="164715"/>
              <a:ext cx="9144000" cy="632923"/>
            </a:xfrm>
            <a:prstGeom prst="rect">
              <a:avLst/>
            </a:prstGeom>
            <a:solidFill>
              <a:srgbClr val="013471"/>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42FC43BB-298A-468A-5A2C-D074A5D20BAE}"/>
                </a:ext>
              </a:extLst>
            </p:cNvPr>
            <p:cNvSpPr/>
            <p:nvPr/>
          </p:nvSpPr>
          <p:spPr>
            <a:xfrm>
              <a:off x="8863353" y="162815"/>
              <a:ext cx="284400" cy="632923"/>
            </a:xfrm>
            <a:prstGeom prst="rect">
              <a:avLst/>
            </a:prstGeom>
            <a:solidFill>
              <a:schemeClr val="lt1">
                <a:alpha val="7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2" name="Google Shape;112;p2">
              <a:extLst>
                <a:ext uri="{FF2B5EF4-FFF2-40B4-BE49-F238E27FC236}">
                  <a16:creationId xmlns:a16="http://schemas.microsoft.com/office/drawing/2014/main" id="{D0767976-9BD4-BAA4-406A-BACF420E8398}"/>
                </a:ext>
              </a:extLst>
            </p:cNvPr>
            <p:cNvSpPr/>
            <p:nvPr/>
          </p:nvSpPr>
          <p:spPr>
            <a:xfrm>
              <a:off x="8578953" y="162814"/>
              <a:ext cx="284400" cy="632923"/>
            </a:xfrm>
            <a:prstGeom prst="rect">
              <a:avLst/>
            </a:prstGeom>
            <a:solidFill>
              <a:schemeClr val="lt1">
                <a:alpha val="43137"/>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3" name="Google Shape;113;p2">
              <a:extLst>
                <a:ext uri="{FF2B5EF4-FFF2-40B4-BE49-F238E27FC236}">
                  <a16:creationId xmlns:a16="http://schemas.microsoft.com/office/drawing/2014/main" id="{C44C0C0B-DDAB-1EDC-DDAF-02A90E1F8E96}"/>
                </a:ext>
              </a:extLst>
            </p:cNvPr>
            <p:cNvSpPr/>
            <p:nvPr/>
          </p:nvSpPr>
          <p:spPr>
            <a:xfrm>
              <a:off x="8290800" y="164715"/>
              <a:ext cx="284400" cy="632923"/>
            </a:xfrm>
            <a:prstGeom prst="rect">
              <a:avLst/>
            </a:prstGeom>
            <a:solidFill>
              <a:schemeClr val="lt1">
                <a:alpha val="1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grpSp>
      <p:sp>
        <p:nvSpPr>
          <p:cNvPr id="114" name="Google Shape;114;p2">
            <a:extLst>
              <a:ext uri="{FF2B5EF4-FFF2-40B4-BE49-F238E27FC236}">
                <a16:creationId xmlns:a16="http://schemas.microsoft.com/office/drawing/2014/main" id="{FA934AEC-9BC2-FD5E-4E56-189951C9A90C}"/>
              </a:ext>
            </a:extLst>
          </p:cNvPr>
          <p:cNvSpPr txBox="1"/>
          <p:nvPr/>
        </p:nvSpPr>
        <p:spPr>
          <a:xfrm>
            <a:off x="114899" y="244717"/>
            <a:ext cx="10630131" cy="818800"/>
          </a:xfrm>
          <a:prstGeom prst="rect">
            <a:avLst/>
          </a:prstGeom>
          <a:noFill/>
          <a:ln>
            <a:noFill/>
          </a:ln>
        </p:spPr>
        <p:txBody>
          <a:bodyPr spcFirstLastPara="1" wrap="square" lIns="91433" tIns="91433" rIns="91433" bIns="91433" anchor="t" anchorCtr="0">
            <a:noAutofit/>
          </a:bodyPr>
          <a:lstStyle/>
          <a:p>
            <a:pPr>
              <a:buClr>
                <a:srgbClr val="000000"/>
              </a:buClr>
              <a:buSzPts val="3000"/>
            </a:pPr>
            <a:r>
              <a:rPr lang="en-US" sz="4000" b="1" dirty="0">
                <a:solidFill>
                  <a:srgbClr val="FFFFFF"/>
                </a:solidFill>
                <a:latin typeface="Rubik"/>
                <a:ea typeface="Rubik"/>
                <a:cs typeface="Rubik"/>
                <a:sym typeface="Rubik"/>
              </a:rPr>
              <a:t>RobotContainer.java</a:t>
            </a:r>
            <a:endParaRPr lang="he-IL" sz="4000" b="1" dirty="0">
              <a:solidFill>
                <a:srgbClr val="FFFFFF"/>
              </a:solidFill>
              <a:latin typeface="Rubik"/>
              <a:ea typeface="Rubik"/>
              <a:cs typeface="Rubik"/>
              <a:sym typeface="Rubik"/>
            </a:endParaRPr>
          </a:p>
        </p:txBody>
      </p:sp>
      <p:sp>
        <p:nvSpPr>
          <p:cNvPr id="3" name="Google Shape;118;p2">
            <a:extLst>
              <a:ext uri="{FF2B5EF4-FFF2-40B4-BE49-F238E27FC236}">
                <a16:creationId xmlns:a16="http://schemas.microsoft.com/office/drawing/2014/main" id="{F1B016D1-2649-ECBE-F3ED-E79CB62F78DF}"/>
              </a:ext>
            </a:extLst>
          </p:cNvPr>
          <p:cNvSpPr txBox="1"/>
          <p:nvPr/>
        </p:nvSpPr>
        <p:spPr>
          <a:xfrm>
            <a:off x="474195" y="1300686"/>
            <a:ext cx="10720855" cy="5108093"/>
          </a:xfrm>
          <a:prstGeom prst="rect">
            <a:avLst/>
          </a:prstGeom>
          <a:noFill/>
          <a:ln>
            <a:noFill/>
          </a:ln>
        </p:spPr>
        <p:txBody>
          <a:bodyPr spcFirstLastPara="1" wrap="square" lIns="121900" tIns="121900" rIns="121900" bIns="121900" anchor="t" anchorCtr="0">
            <a:noAutofit/>
          </a:bodyPr>
          <a:lstStyle/>
          <a:p>
            <a:pPr>
              <a:lnSpc>
                <a:spcPct val="115000"/>
              </a:lnSpc>
            </a:pPr>
            <a:r>
              <a:rPr lang="en-US" sz="2000" b="1" dirty="0">
                <a:solidFill>
                  <a:schemeClr val="dk1"/>
                </a:solidFill>
                <a:latin typeface="Rubik" pitchFamily="2" charset="-79"/>
                <a:cs typeface="Rubik" pitchFamily="2" charset="-79"/>
              </a:rPr>
              <a:t>Purpose</a:t>
            </a:r>
          </a:p>
          <a:p>
            <a:pPr>
              <a:lnSpc>
                <a:spcPct val="115000"/>
              </a:lnSpc>
            </a:pPr>
            <a:r>
              <a:rPr lang="en-US" sz="2000" dirty="0">
                <a:solidFill>
                  <a:schemeClr val="dk1"/>
                </a:solidFill>
                <a:latin typeface="Rubik" pitchFamily="2" charset="-79"/>
                <a:cs typeface="Rubik" pitchFamily="2" charset="-79"/>
              </a:rPr>
              <a:t>The ‘</a:t>
            </a:r>
            <a:r>
              <a:rPr lang="en-US" sz="2000" i="1" dirty="0">
                <a:solidFill>
                  <a:schemeClr val="dk1"/>
                </a:solidFill>
                <a:latin typeface="Rubik" pitchFamily="2" charset="-79"/>
                <a:cs typeface="Rubik" pitchFamily="2" charset="-79"/>
              </a:rPr>
              <a:t>RobotContainer.java’</a:t>
            </a:r>
            <a:r>
              <a:rPr lang="en-US" sz="2000" dirty="0">
                <a:solidFill>
                  <a:schemeClr val="dk1"/>
                </a:solidFill>
                <a:latin typeface="Rubik" pitchFamily="2" charset="-79"/>
                <a:cs typeface="Rubik" pitchFamily="2" charset="-79"/>
              </a:rPr>
              <a:t> class is where the </a:t>
            </a:r>
            <a:r>
              <a:rPr lang="en-US" sz="2000" b="1" dirty="0">
                <a:solidFill>
                  <a:schemeClr val="dk1"/>
                </a:solidFill>
                <a:latin typeface="Rubik" pitchFamily="2" charset="-79"/>
                <a:cs typeface="Rubik" pitchFamily="2" charset="-79"/>
              </a:rPr>
              <a:t>structure of the robot</a:t>
            </a:r>
            <a:r>
              <a:rPr lang="en-US" sz="2000" dirty="0">
                <a:solidFill>
                  <a:schemeClr val="dk1"/>
                </a:solidFill>
                <a:latin typeface="Rubik" pitchFamily="2" charset="-79"/>
                <a:cs typeface="Rubik" pitchFamily="2" charset="-79"/>
              </a:rPr>
              <a:t> is defined.</a:t>
            </a:r>
          </a:p>
          <a:p>
            <a:pPr>
              <a:lnSpc>
                <a:spcPct val="115000"/>
              </a:lnSpc>
            </a:pPr>
            <a:r>
              <a:rPr lang="en-US" sz="2000" dirty="0">
                <a:solidFill>
                  <a:schemeClr val="dk1"/>
                </a:solidFill>
                <a:latin typeface="Rubik" pitchFamily="2" charset="-79"/>
                <a:cs typeface="Rubik" pitchFamily="2" charset="-79"/>
              </a:rPr>
              <a:t>It connects subsystems, commands, and operator controls (with triggers).</a:t>
            </a:r>
          </a:p>
          <a:p>
            <a:pPr>
              <a:lnSpc>
                <a:spcPct val="115000"/>
              </a:lnSpc>
            </a:pPr>
            <a:endParaRPr lang="en-US" sz="2000" dirty="0">
              <a:solidFill>
                <a:schemeClr val="dk1"/>
              </a:solidFill>
              <a:latin typeface="Rubik" pitchFamily="2" charset="-79"/>
              <a:cs typeface="Rubik" pitchFamily="2" charset="-79"/>
            </a:endParaRPr>
          </a:p>
          <a:p>
            <a:pPr>
              <a:lnSpc>
                <a:spcPct val="115000"/>
              </a:lnSpc>
            </a:pPr>
            <a:r>
              <a:rPr lang="en-US" sz="2000" b="1" dirty="0">
                <a:solidFill>
                  <a:schemeClr val="dk1"/>
                </a:solidFill>
                <a:latin typeface="Rubik" pitchFamily="2" charset="-79"/>
                <a:cs typeface="Rubik" pitchFamily="2" charset="-79"/>
              </a:rPr>
              <a:t>Key Responsibilities</a:t>
            </a:r>
          </a:p>
          <a:p>
            <a:pPr marL="342900" indent="-342900">
              <a:lnSpc>
                <a:spcPct val="115000"/>
              </a:lnSpc>
              <a:buFont typeface="Arial" panose="020B0604020202020204" pitchFamily="34" charset="0"/>
              <a:buChar char="•"/>
            </a:pPr>
            <a:r>
              <a:rPr lang="en-US" sz="2000" dirty="0">
                <a:solidFill>
                  <a:schemeClr val="dk1"/>
                </a:solidFill>
                <a:latin typeface="Rubik" pitchFamily="2" charset="-79"/>
                <a:cs typeface="Rubik" pitchFamily="2" charset="-79"/>
              </a:rPr>
              <a:t>Creates all subsystems (e.g., drivetrain, arm, intake)</a:t>
            </a:r>
          </a:p>
          <a:p>
            <a:pPr marL="342900" indent="-342900">
              <a:lnSpc>
                <a:spcPct val="115000"/>
              </a:lnSpc>
              <a:buFont typeface="Arial" panose="020B0604020202020204" pitchFamily="34" charset="0"/>
              <a:buChar char="•"/>
            </a:pPr>
            <a:r>
              <a:rPr lang="en-US" sz="2000" dirty="0">
                <a:solidFill>
                  <a:schemeClr val="dk1"/>
                </a:solidFill>
                <a:latin typeface="Rubik" pitchFamily="2" charset="-79"/>
                <a:cs typeface="Rubik" pitchFamily="2" charset="-79"/>
              </a:rPr>
              <a:t>Creates controller objects (Xbox, joystick, etc.)</a:t>
            </a:r>
          </a:p>
          <a:p>
            <a:pPr marL="342900" indent="-342900">
              <a:lnSpc>
                <a:spcPct val="115000"/>
              </a:lnSpc>
              <a:buFont typeface="Arial" panose="020B0604020202020204" pitchFamily="34" charset="0"/>
              <a:buChar char="•"/>
            </a:pPr>
            <a:r>
              <a:rPr lang="en-US" sz="2000" dirty="0">
                <a:solidFill>
                  <a:schemeClr val="dk1"/>
                </a:solidFill>
                <a:latin typeface="Rubik" pitchFamily="2" charset="-79"/>
                <a:cs typeface="Rubik" pitchFamily="2" charset="-79"/>
              </a:rPr>
              <a:t>Defines button bindings, maps triggers or buttons to commands</a:t>
            </a:r>
          </a:p>
          <a:p>
            <a:pPr marL="342900" indent="-342900">
              <a:lnSpc>
                <a:spcPct val="115000"/>
              </a:lnSpc>
              <a:buFont typeface="Arial" panose="020B0604020202020204" pitchFamily="34" charset="0"/>
              <a:buChar char="•"/>
            </a:pPr>
            <a:r>
              <a:rPr lang="en-US" sz="2000" dirty="0">
                <a:solidFill>
                  <a:schemeClr val="dk1"/>
                </a:solidFill>
                <a:latin typeface="Rubik" pitchFamily="2" charset="-79"/>
                <a:cs typeface="Rubik" pitchFamily="2" charset="-79"/>
              </a:rPr>
              <a:t>Provides the autonomous command that runs during auto mode</a:t>
            </a:r>
          </a:p>
          <a:p>
            <a:pPr marL="342900" indent="-342900">
              <a:lnSpc>
                <a:spcPct val="115000"/>
              </a:lnSpc>
              <a:buFont typeface="Arial" panose="020B0604020202020204" pitchFamily="34" charset="0"/>
              <a:buChar char="•"/>
            </a:pPr>
            <a:r>
              <a:rPr lang="en-US" sz="2000" dirty="0">
                <a:solidFill>
                  <a:schemeClr val="dk1"/>
                </a:solidFill>
                <a:latin typeface="Rubik" pitchFamily="2" charset="-79"/>
                <a:cs typeface="Rubik" pitchFamily="2" charset="-79"/>
              </a:rPr>
              <a:t>Keeps the Robot.java class simple, all robot logic setup happens here</a:t>
            </a:r>
          </a:p>
        </p:txBody>
      </p:sp>
    </p:spTree>
    <p:extLst>
      <p:ext uri="{BB962C8B-B14F-4D97-AF65-F5344CB8AC3E}">
        <p14:creationId xmlns:p14="http://schemas.microsoft.com/office/powerpoint/2010/main" val="3802841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012D7158-2DE5-04C5-E868-666CD893F5DE}"/>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34599DA3-DB96-9A0C-66A2-B7626D5029DA}"/>
              </a:ext>
            </a:extLst>
          </p:cNvPr>
          <p:cNvPicPr>
            <a:picLocks noChangeAspect="1"/>
          </p:cNvPicPr>
          <p:nvPr/>
        </p:nvPicPr>
        <p:blipFill>
          <a:blip r:embed="rId3"/>
          <a:stretch>
            <a:fillRect/>
          </a:stretch>
        </p:blipFill>
        <p:spPr>
          <a:xfrm>
            <a:off x="11171896" y="5828468"/>
            <a:ext cx="1025923" cy="1025923"/>
          </a:xfrm>
          <a:prstGeom prst="rect">
            <a:avLst/>
          </a:prstGeom>
        </p:spPr>
      </p:pic>
      <p:grpSp>
        <p:nvGrpSpPr>
          <p:cNvPr id="4" name="Group 3">
            <a:extLst>
              <a:ext uri="{FF2B5EF4-FFF2-40B4-BE49-F238E27FC236}">
                <a16:creationId xmlns:a16="http://schemas.microsoft.com/office/drawing/2014/main" id="{EA53DF5C-D160-A10A-9C0A-8509653E14DA}"/>
              </a:ext>
            </a:extLst>
          </p:cNvPr>
          <p:cNvGrpSpPr/>
          <p:nvPr/>
        </p:nvGrpSpPr>
        <p:grpSpPr>
          <a:xfrm>
            <a:off x="1" y="217085"/>
            <a:ext cx="12197004" cy="846432"/>
            <a:chOff x="0" y="162814"/>
            <a:chExt cx="9147753" cy="634824"/>
          </a:xfrm>
        </p:grpSpPr>
        <p:sp>
          <p:nvSpPr>
            <p:cNvPr id="110" name="Google Shape;110;p2">
              <a:extLst>
                <a:ext uri="{FF2B5EF4-FFF2-40B4-BE49-F238E27FC236}">
                  <a16:creationId xmlns:a16="http://schemas.microsoft.com/office/drawing/2014/main" id="{3E3B1C6D-7138-BB64-CB36-CD24578BD562}"/>
                </a:ext>
              </a:extLst>
            </p:cNvPr>
            <p:cNvSpPr/>
            <p:nvPr/>
          </p:nvSpPr>
          <p:spPr>
            <a:xfrm>
              <a:off x="0" y="164715"/>
              <a:ext cx="9144000" cy="632923"/>
            </a:xfrm>
            <a:prstGeom prst="rect">
              <a:avLst/>
            </a:prstGeom>
            <a:solidFill>
              <a:srgbClr val="013471"/>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3E28A8D5-B997-F4E7-9B69-1EB54DAB39A7}"/>
                </a:ext>
              </a:extLst>
            </p:cNvPr>
            <p:cNvSpPr/>
            <p:nvPr/>
          </p:nvSpPr>
          <p:spPr>
            <a:xfrm>
              <a:off x="8863353" y="162815"/>
              <a:ext cx="284400" cy="632923"/>
            </a:xfrm>
            <a:prstGeom prst="rect">
              <a:avLst/>
            </a:prstGeom>
            <a:solidFill>
              <a:schemeClr val="lt1">
                <a:alpha val="7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2" name="Google Shape;112;p2">
              <a:extLst>
                <a:ext uri="{FF2B5EF4-FFF2-40B4-BE49-F238E27FC236}">
                  <a16:creationId xmlns:a16="http://schemas.microsoft.com/office/drawing/2014/main" id="{02A276BC-FACC-99E2-83D2-FE6F639FCC5B}"/>
                </a:ext>
              </a:extLst>
            </p:cNvPr>
            <p:cNvSpPr/>
            <p:nvPr/>
          </p:nvSpPr>
          <p:spPr>
            <a:xfrm>
              <a:off x="8578953" y="162814"/>
              <a:ext cx="284400" cy="632923"/>
            </a:xfrm>
            <a:prstGeom prst="rect">
              <a:avLst/>
            </a:prstGeom>
            <a:solidFill>
              <a:schemeClr val="lt1">
                <a:alpha val="43137"/>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3" name="Google Shape;113;p2">
              <a:extLst>
                <a:ext uri="{FF2B5EF4-FFF2-40B4-BE49-F238E27FC236}">
                  <a16:creationId xmlns:a16="http://schemas.microsoft.com/office/drawing/2014/main" id="{31E5B9DE-D447-5C49-5170-B4C79E27CCE1}"/>
                </a:ext>
              </a:extLst>
            </p:cNvPr>
            <p:cNvSpPr/>
            <p:nvPr/>
          </p:nvSpPr>
          <p:spPr>
            <a:xfrm>
              <a:off x="8290800" y="164715"/>
              <a:ext cx="284400" cy="632923"/>
            </a:xfrm>
            <a:prstGeom prst="rect">
              <a:avLst/>
            </a:prstGeom>
            <a:solidFill>
              <a:schemeClr val="lt1">
                <a:alpha val="1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grpSp>
      <p:sp>
        <p:nvSpPr>
          <p:cNvPr id="114" name="Google Shape;114;p2">
            <a:extLst>
              <a:ext uri="{FF2B5EF4-FFF2-40B4-BE49-F238E27FC236}">
                <a16:creationId xmlns:a16="http://schemas.microsoft.com/office/drawing/2014/main" id="{B93A36EC-8A4C-B496-9288-6329741B9D2B}"/>
              </a:ext>
            </a:extLst>
          </p:cNvPr>
          <p:cNvSpPr txBox="1"/>
          <p:nvPr/>
        </p:nvSpPr>
        <p:spPr>
          <a:xfrm>
            <a:off x="114899" y="244717"/>
            <a:ext cx="10630131" cy="818800"/>
          </a:xfrm>
          <a:prstGeom prst="rect">
            <a:avLst/>
          </a:prstGeom>
          <a:noFill/>
          <a:ln>
            <a:noFill/>
          </a:ln>
        </p:spPr>
        <p:txBody>
          <a:bodyPr spcFirstLastPara="1" wrap="square" lIns="91433" tIns="91433" rIns="91433" bIns="91433" anchor="t" anchorCtr="0">
            <a:noAutofit/>
          </a:bodyPr>
          <a:lstStyle/>
          <a:p>
            <a:pPr>
              <a:buClr>
                <a:srgbClr val="000000"/>
              </a:buClr>
              <a:buSzPts val="3000"/>
            </a:pPr>
            <a:r>
              <a:rPr lang="en-US" sz="4000" b="1" dirty="0">
                <a:solidFill>
                  <a:srgbClr val="FFFFFF"/>
                </a:solidFill>
                <a:latin typeface="Rubik"/>
                <a:ea typeface="Rubik"/>
                <a:cs typeface="Rubik"/>
                <a:sym typeface="Rubik"/>
              </a:rPr>
              <a:t>Flow of control</a:t>
            </a:r>
            <a:endParaRPr lang="he-IL" sz="4000" b="1" dirty="0">
              <a:solidFill>
                <a:srgbClr val="FFFFFF"/>
              </a:solidFill>
              <a:latin typeface="Rubik"/>
              <a:ea typeface="Rubik"/>
              <a:cs typeface="Rubik"/>
              <a:sym typeface="Rubik"/>
            </a:endParaRPr>
          </a:p>
        </p:txBody>
      </p:sp>
      <p:sp>
        <p:nvSpPr>
          <p:cNvPr id="3" name="Google Shape;118;p2">
            <a:extLst>
              <a:ext uri="{FF2B5EF4-FFF2-40B4-BE49-F238E27FC236}">
                <a16:creationId xmlns:a16="http://schemas.microsoft.com/office/drawing/2014/main" id="{ADAA8CD6-FA63-9C19-EEAB-DAD633C74095}"/>
              </a:ext>
            </a:extLst>
          </p:cNvPr>
          <p:cNvSpPr txBox="1"/>
          <p:nvPr/>
        </p:nvSpPr>
        <p:spPr>
          <a:xfrm>
            <a:off x="474195" y="1300686"/>
            <a:ext cx="10720855" cy="5312597"/>
          </a:xfrm>
          <a:prstGeom prst="rect">
            <a:avLst/>
          </a:prstGeom>
          <a:noFill/>
          <a:ln>
            <a:noFill/>
          </a:ln>
        </p:spPr>
        <p:txBody>
          <a:bodyPr spcFirstLastPara="1" wrap="square" lIns="121900" tIns="121900" rIns="121900" bIns="121900" anchor="t" anchorCtr="0">
            <a:noAutofit/>
          </a:bodyPr>
          <a:lstStyle/>
          <a:p>
            <a:pPr fontAlgn="base"/>
            <a:r>
              <a:rPr lang="en-US" sz="2000" b="1" dirty="0">
                <a:latin typeface="Rubik" pitchFamily="2" charset="-79"/>
                <a:cs typeface="Rubik" pitchFamily="2" charset="-79"/>
              </a:rPr>
              <a:t>Initialization Process</a:t>
            </a:r>
            <a:r>
              <a:rPr lang="en-US" sz="2000" dirty="0">
                <a:latin typeface="Rubik" pitchFamily="2" charset="-79"/>
                <a:cs typeface="Rubik" pitchFamily="2" charset="-79"/>
              </a:rPr>
              <a:t>​</a:t>
            </a:r>
            <a:endParaRPr lang="en-US" sz="2400" b="0" i="0" dirty="0">
              <a:effectLst/>
              <a:latin typeface="Rubik" pitchFamily="2" charset="-79"/>
              <a:cs typeface="Rubik" pitchFamily="2" charset="-79"/>
            </a:endParaRPr>
          </a:p>
          <a:p>
            <a:pPr fontAlgn="base"/>
            <a:r>
              <a:rPr lang="en-US" sz="2000" i="1" dirty="0">
                <a:latin typeface="Rubik" pitchFamily="2" charset="-79"/>
                <a:cs typeface="Rubik" pitchFamily="2" charset="-79"/>
              </a:rPr>
              <a:t>‘Robot.java’</a:t>
            </a:r>
            <a:r>
              <a:rPr lang="en-US" sz="2000" dirty="0">
                <a:latin typeface="Rubik" pitchFamily="2" charset="-79"/>
                <a:cs typeface="Rubik" pitchFamily="2" charset="-79"/>
              </a:rPr>
              <a:t> initializes ‘</a:t>
            </a:r>
            <a:r>
              <a:rPr lang="en-US" sz="2000" i="1" dirty="0" err="1">
                <a:latin typeface="Rubik" pitchFamily="2" charset="-79"/>
                <a:cs typeface="Rubik" pitchFamily="2" charset="-79"/>
              </a:rPr>
              <a:t>RobotContainer</a:t>
            </a:r>
            <a:r>
              <a:rPr lang="en-US" sz="2000" i="1" dirty="0">
                <a:latin typeface="Rubik" pitchFamily="2" charset="-79"/>
                <a:cs typeface="Rubik" pitchFamily="2" charset="-79"/>
              </a:rPr>
              <a:t>’</a:t>
            </a:r>
            <a:r>
              <a:rPr lang="en-US" sz="2000" dirty="0">
                <a:latin typeface="Rubik" pitchFamily="2" charset="-79"/>
                <a:cs typeface="Rubik" pitchFamily="2" charset="-79"/>
              </a:rPr>
              <a:t>, setting the foundation for all robot operations and configurations</a:t>
            </a:r>
          </a:p>
          <a:p>
            <a:pPr fontAlgn="base"/>
            <a:endParaRPr lang="en-US" sz="2400" b="0" i="0" dirty="0">
              <a:effectLst/>
              <a:latin typeface="Rubik" pitchFamily="2" charset="-79"/>
              <a:cs typeface="Rubik" pitchFamily="2" charset="-79"/>
            </a:endParaRPr>
          </a:p>
          <a:p>
            <a:pPr fontAlgn="base"/>
            <a:r>
              <a:rPr lang="en-US" sz="2000" b="1" dirty="0">
                <a:latin typeface="Rubik" pitchFamily="2" charset="-79"/>
                <a:cs typeface="Rubik" pitchFamily="2" charset="-79"/>
              </a:rPr>
              <a:t>Subsystems and Commands Setup</a:t>
            </a:r>
            <a:r>
              <a:rPr lang="en-US" sz="2000" dirty="0">
                <a:latin typeface="Rubik" pitchFamily="2" charset="-79"/>
                <a:cs typeface="Rubik" pitchFamily="2" charset="-79"/>
              </a:rPr>
              <a:t>​</a:t>
            </a:r>
            <a:endParaRPr lang="en-US" sz="2400" b="0" i="0" dirty="0">
              <a:effectLst/>
              <a:latin typeface="Rubik" pitchFamily="2" charset="-79"/>
              <a:cs typeface="Rubik" pitchFamily="2" charset="-79"/>
            </a:endParaRPr>
          </a:p>
          <a:p>
            <a:pPr fontAlgn="base"/>
            <a:r>
              <a:rPr lang="en-US" sz="2000" i="1" dirty="0">
                <a:latin typeface="Rubik" pitchFamily="2" charset="-79"/>
                <a:cs typeface="Rubik" pitchFamily="2" charset="-79"/>
              </a:rPr>
              <a:t>‘</a:t>
            </a:r>
            <a:r>
              <a:rPr lang="en-US" sz="2000" i="1" dirty="0" err="1">
                <a:latin typeface="Rubik" pitchFamily="2" charset="-79"/>
                <a:cs typeface="Rubik" pitchFamily="2" charset="-79"/>
              </a:rPr>
              <a:t>RobotContainer</a:t>
            </a:r>
            <a:r>
              <a:rPr lang="en-US" sz="2000" i="1" dirty="0">
                <a:latin typeface="Rubik" pitchFamily="2" charset="-79"/>
                <a:cs typeface="Rubik" pitchFamily="2" charset="-79"/>
              </a:rPr>
              <a:t>’</a:t>
            </a:r>
            <a:r>
              <a:rPr lang="en-US" sz="2000" dirty="0">
                <a:latin typeface="Rubik" pitchFamily="2" charset="-79"/>
                <a:cs typeface="Rubik" pitchFamily="2" charset="-79"/>
              </a:rPr>
              <a:t> sets up subsystems, commands, and button bindings to manage robot actions effectively</a:t>
            </a:r>
          </a:p>
          <a:p>
            <a:pPr fontAlgn="base"/>
            <a:endParaRPr lang="en-US" sz="2400" b="0" i="0" dirty="0">
              <a:effectLst/>
              <a:latin typeface="Rubik" pitchFamily="2" charset="-79"/>
              <a:cs typeface="Rubik" pitchFamily="2" charset="-79"/>
            </a:endParaRPr>
          </a:p>
          <a:p>
            <a:pPr fontAlgn="base"/>
            <a:r>
              <a:rPr lang="en-US" sz="2000" b="1" dirty="0">
                <a:latin typeface="Rubik" pitchFamily="2" charset="-79"/>
                <a:cs typeface="Rubik" pitchFamily="2" charset="-79"/>
              </a:rPr>
              <a:t>Command Execution Flow</a:t>
            </a:r>
            <a:r>
              <a:rPr lang="en-US" sz="2000" dirty="0">
                <a:latin typeface="Rubik" pitchFamily="2" charset="-79"/>
                <a:cs typeface="Rubik" pitchFamily="2" charset="-79"/>
              </a:rPr>
              <a:t>​</a:t>
            </a:r>
            <a:endParaRPr lang="en-US" sz="2400" b="0" i="0" dirty="0">
              <a:effectLst/>
              <a:latin typeface="Rubik" pitchFamily="2" charset="-79"/>
              <a:cs typeface="Rubik" pitchFamily="2" charset="-79"/>
            </a:endParaRPr>
          </a:p>
          <a:p>
            <a:pPr fontAlgn="base"/>
            <a:r>
              <a:rPr lang="en-US" sz="2000" dirty="0">
                <a:latin typeface="Rubik" pitchFamily="2" charset="-79"/>
                <a:cs typeface="Rubik" pitchFamily="2" charset="-79"/>
              </a:rPr>
              <a:t>Button presses </a:t>
            </a:r>
            <a:r>
              <a:rPr lang="en-US" sz="2000" i="1" dirty="0">
                <a:latin typeface="Rubik" pitchFamily="2" charset="-79"/>
                <a:cs typeface="Rubik" pitchFamily="2" charset="-79"/>
              </a:rPr>
              <a:t>trigger</a:t>
            </a:r>
            <a:r>
              <a:rPr lang="en-US" sz="2000" dirty="0">
                <a:latin typeface="Rubik" pitchFamily="2" charset="-79"/>
                <a:cs typeface="Rubik" pitchFamily="2" charset="-79"/>
              </a:rPr>
              <a:t> commands that interact with subsystems, centralizing robot behavior management</a:t>
            </a:r>
          </a:p>
          <a:p>
            <a:pPr fontAlgn="base"/>
            <a:endParaRPr lang="en-US" sz="2400" b="0" i="0" dirty="0">
              <a:effectLst/>
              <a:latin typeface="Rubik" pitchFamily="2" charset="-79"/>
              <a:cs typeface="Rubik" pitchFamily="2" charset="-79"/>
            </a:endParaRPr>
          </a:p>
          <a:p>
            <a:pPr fontAlgn="base"/>
            <a:r>
              <a:rPr lang="en-US" sz="2000" b="1" dirty="0">
                <a:latin typeface="Rubik" pitchFamily="2" charset="-79"/>
                <a:cs typeface="Rubik" pitchFamily="2" charset="-79"/>
              </a:rPr>
              <a:t>Complexity and Customization</a:t>
            </a:r>
            <a:r>
              <a:rPr lang="en-US" sz="2000" dirty="0">
                <a:latin typeface="Rubik" pitchFamily="2" charset="-79"/>
                <a:cs typeface="Rubik" pitchFamily="2" charset="-79"/>
              </a:rPr>
              <a:t>​</a:t>
            </a:r>
            <a:endParaRPr lang="en-US" sz="2400" b="0" i="0" dirty="0">
              <a:effectLst/>
              <a:latin typeface="Rubik" pitchFamily="2" charset="-79"/>
              <a:cs typeface="Rubik" pitchFamily="2" charset="-79"/>
            </a:endParaRPr>
          </a:p>
          <a:p>
            <a:pPr fontAlgn="base"/>
            <a:r>
              <a:rPr lang="en-US" sz="2000" dirty="0">
                <a:latin typeface="Rubik" pitchFamily="2" charset="-79"/>
                <a:cs typeface="Rubik" pitchFamily="2" charset="-79"/>
              </a:rPr>
              <a:t>Increasing robot complexity leads teams to customize architecture for improved clarity and scalability, In the next chapter I will show you some simple changes my team makes to the default template.</a:t>
            </a:r>
            <a:endParaRPr lang="en-US" sz="2400" b="0" i="0" dirty="0">
              <a:effectLst/>
              <a:latin typeface="Rubik" pitchFamily="2" charset="-79"/>
              <a:cs typeface="Rubik" pitchFamily="2" charset="-79"/>
            </a:endParaRPr>
          </a:p>
        </p:txBody>
      </p:sp>
    </p:spTree>
    <p:extLst>
      <p:ext uri="{BB962C8B-B14F-4D97-AF65-F5344CB8AC3E}">
        <p14:creationId xmlns:p14="http://schemas.microsoft.com/office/powerpoint/2010/main" val="794804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809090CB-5BE0-7FE9-DDEB-5BCFA976F7FC}"/>
            </a:ext>
          </a:extLst>
        </p:cNvPr>
        <p:cNvGrpSpPr/>
        <p:nvPr/>
      </p:nvGrpSpPr>
      <p:grpSpPr>
        <a:xfrm>
          <a:off x="0" y="0"/>
          <a:ext cx="0" cy="0"/>
          <a:chOff x="0" y="0"/>
          <a:chExt cx="0" cy="0"/>
        </a:xfrm>
      </p:grpSpPr>
      <p:grpSp>
        <p:nvGrpSpPr>
          <p:cNvPr id="12" name="Google Shape;89;p1">
            <a:extLst>
              <a:ext uri="{FF2B5EF4-FFF2-40B4-BE49-F238E27FC236}">
                <a16:creationId xmlns:a16="http://schemas.microsoft.com/office/drawing/2014/main" id="{A0B670AF-682C-6191-5A7C-47C48C344044}"/>
              </a:ext>
            </a:extLst>
          </p:cNvPr>
          <p:cNvGrpSpPr/>
          <p:nvPr/>
        </p:nvGrpSpPr>
        <p:grpSpPr>
          <a:xfrm>
            <a:off x="0" y="1"/>
            <a:ext cx="12192000" cy="3055948"/>
            <a:chOff x="0" y="1072338"/>
            <a:chExt cx="12192000" cy="2764396"/>
          </a:xfrm>
        </p:grpSpPr>
        <p:sp>
          <p:nvSpPr>
            <p:cNvPr id="13" name="Google Shape;90;p1">
              <a:extLst>
                <a:ext uri="{FF2B5EF4-FFF2-40B4-BE49-F238E27FC236}">
                  <a16:creationId xmlns:a16="http://schemas.microsoft.com/office/drawing/2014/main" id="{1F0FAE4C-FC03-FCD1-0995-1A0253D2304E}"/>
                </a:ext>
              </a:extLst>
            </p:cNvPr>
            <p:cNvSpPr/>
            <p:nvPr/>
          </p:nvSpPr>
          <p:spPr>
            <a:xfrm>
              <a:off x="0" y="1072338"/>
              <a:ext cx="12192000" cy="2764396"/>
            </a:xfrm>
            <a:prstGeom prst="rect">
              <a:avLst/>
            </a:prstGeom>
            <a:solidFill>
              <a:srgbClr val="013471"/>
            </a:solidFill>
            <a:ln>
              <a:noFill/>
            </a:ln>
          </p:spPr>
          <p:txBody>
            <a:bodyPr spcFirstLastPara="1" wrap="square" lIns="91433" tIns="45700" rIns="91433" bIns="45700" anchor="ctr" anchorCtr="0">
              <a:noAutofit/>
            </a:bodyPr>
            <a:lstStyle/>
            <a:p>
              <a:pPr algn="ctr" rtl="1">
                <a:buClr>
                  <a:srgbClr val="000000"/>
                </a:buClr>
                <a:buSzPts val="1400"/>
              </a:pPr>
              <a:endParaRPr sz="1867">
                <a:solidFill>
                  <a:schemeClr val="lt1"/>
                </a:solidFill>
                <a:latin typeface="Calibri"/>
                <a:ea typeface="Calibri"/>
                <a:cs typeface="Calibri"/>
                <a:sym typeface="Calibri"/>
              </a:endParaRPr>
            </a:p>
          </p:txBody>
        </p:sp>
        <p:sp>
          <p:nvSpPr>
            <p:cNvPr id="14" name="Google Shape;91;p1">
              <a:extLst>
                <a:ext uri="{FF2B5EF4-FFF2-40B4-BE49-F238E27FC236}">
                  <a16:creationId xmlns:a16="http://schemas.microsoft.com/office/drawing/2014/main" id="{8D20D0F0-4CD7-4698-2548-3D308985D4ED}"/>
                </a:ext>
              </a:extLst>
            </p:cNvPr>
            <p:cNvSpPr/>
            <p:nvPr/>
          </p:nvSpPr>
          <p:spPr>
            <a:xfrm>
              <a:off x="0" y="3590994"/>
              <a:ext cx="12192000" cy="245122"/>
            </a:xfrm>
            <a:prstGeom prst="rect">
              <a:avLst/>
            </a:prstGeom>
            <a:solidFill>
              <a:schemeClr val="lt1">
                <a:alpha val="72549"/>
              </a:schemeClr>
            </a:solidFill>
            <a:ln>
              <a:noFill/>
            </a:ln>
          </p:spPr>
          <p:txBody>
            <a:bodyPr spcFirstLastPara="1" wrap="square" lIns="91433" tIns="45700" rIns="91433" bIns="45700" anchor="ctr" anchorCtr="0">
              <a:noAutofit/>
            </a:bodyPr>
            <a:lstStyle/>
            <a:p>
              <a:pPr algn="ctr" rtl="1">
                <a:buClr>
                  <a:srgbClr val="000000"/>
                </a:buClr>
                <a:buSzPts val="1400"/>
              </a:pPr>
              <a:endParaRPr sz="1867">
                <a:solidFill>
                  <a:schemeClr val="lt1"/>
                </a:solidFill>
                <a:latin typeface="Calibri"/>
                <a:ea typeface="Calibri"/>
                <a:cs typeface="Calibri"/>
                <a:sym typeface="Calibri"/>
              </a:endParaRPr>
            </a:p>
          </p:txBody>
        </p:sp>
        <p:sp>
          <p:nvSpPr>
            <p:cNvPr id="15" name="Google Shape;92;p1">
              <a:extLst>
                <a:ext uri="{FF2B5EF4-FFF2-40B4-BE49-F238E27FC236}">
                  <a16:creationId xmlns:a16="http://schemas.microsoft.com/office/drawing/2014/main" id="{AE67A190-D653-19CE-6E29-05D76EC1B276}"/>
                </a:ext>
              </a:extLst>
            </p:cNvPr>
            <p:cNvSpPr/>
            <p:nvPr/>
          </p:nvSpPr>
          <p:spPr>
            <a:xfrm>
              <a:off x="0" y="3345872"/>
              <a:ext cx="12192000" cy="245122"/>
            </a:xfrm>
            <a:prstGeom prst="rect">
              <a:avLst/>
            </a:prstGeom>
            <a:solidFill>
              <a:schemeClr val="lt1">
                <a:alpha val="42352"/>
              </a:schemeClr>
            </a:solidFill>
            <a:ln>
              <a:noFill/>
            </a:ln>
          </p:spPr>
          <p:txBody>
            <a:bodyPr spcFirstLastPara="1" wrap="square" lIns="91433" tIns="45700" rIns="91433" bIns="45700" anchor="ctr" anchorCtr="0">
              <a:noAutofit/>
            </a:bodyPr>
            <a:lstStyle/>
            <a:p>
              <a:pPr algn="ctr" rtl="1">
                <a:buClr>
                  <a:srgbClr val="000000"/>
                </a:buClr>
                <a:buSzPts val="1400"/>
              </a:pPr>
              <a:endParaRPr sz="1867">
                <a:solidFill>
                  <a:schemeClr val="lt1"/>
                </a:solidFill>
                <a:latin typeface="Calibri"/>
                <a:ea typeface="Calibri"/>
                <a:cs typeface="Calibri"/>
                <a:sym typeface="Calibri"/>
              </a:endParaRPr>
            </a:p>
          </p:txBody>
        </p:sp>
        <p:sp>
          <p:nvSpPr>
            <p:cNvPr id="16" name="Google Shape;93;p1">
              <a:extLst>
                <a:ext uri="{FF2B5EF4-FFF2-40B4-BE49-F238E27FC236}">
                  <a16:creationId xmlns:a16="http://schemas.microsoft.com/office/drawing/2014/main" id="{2F020F7F-A962-CA62-C3F8-5F89646F6621}"/>
                </a:ext>
              </a:extLst>
            </p:cNvPr>
            <p:cNvSpPr/>
            <p:nvPr/>
          </p:nvSpPr>
          <p:spPr>
            <a:xfrm>
              <a:off x="0" y="3100133"/>
              <a:ext cx="12192000" cy="245122"/>
            </a:xfrm>
            <a:prstGeom prst="rect">
              <a:avLst/>
            </a:prstGeom>
            <a:solidFill>
              <a:schemeClr val="lt1">
                <a:alpha val="12549"/>
              </a:schemeClr>
            </a:solidFill>
            <a:ln>
              <a:noFill/>
            </a:ln>
          </p:spPr>
          <p:txBody>
            <a:bodyPr spcFirstLastPara="1" wrap="square" lIns="91433" tIns="45700" rIns="91433" bIns="45700" anchor="ctr" anchorCtr="0">
              <a:noAutofit/>
            </a:bodyPr>
            <a:lstStyle/>
            <a:p>
              <a:pPr algn="ctr" rtl="1">
                <a:buClr>
                  <a:srgbClr val="000000"/>
                </a:buClr>
                <a:buSzPts val="1400"/>
              </a:pPr>
              <a:endParaRPr sz="1867">
                <a:solidFill>
                  <a:schemeClr val="lt1"/>
                </a:solidFill>
                <a:latin typeface="Calibri"/>
                <a:ea typeface="Calibri"/>
                <a:cs typeface="Calibri"/>
                <a:sym typeface="Calibri"/>
              </a:endParaRPr>
            </a:p>
          </p:txBody>
        </p:sp>
      </p:grpSp>
      <p:sp>
        <p:nvSpPr>
          <p:cNvPr id="104" name="Google Shape;104;g9605f3d7aa_0_91">
            <a:extLst>
              <a:ext uri="{FF2B5EF4-FFF2-40B4-BE49-F238E27FC236}">
                <a16:creationId xmlns:a16="http://schemas.microsoft.com/office/drawing/2014/main" id="{13D5B5F3-3981-A3C3-8C1C-22D7B8194B3A}"/>
              </a:ext>
            </a:extLst>
          </p:cNvPr>
          <p:cNvSpPr txBox="1"/>
          <p:nvPr/>
        </p:nvSpPr>
        <p:spPr>
          <a:xfrm>
            <a:off x="1603332" y="373621"/>
            <a:ext cx="8985333" cy="1867699"/>
          </a:xfrm>
          <a:prstGeom prst="rect">
            <a:avLst/>
          </a:prstGeom>
          <a:noFill/>
          <a:ln>
            <a:noFill/>
          </a:ln>
        </p:spPr>
        <p:txBody>
          <a:bodyPr spcFirstLastPara="1" wrap="square" lIns="121900" tIns="121900" rIns="121900" bIns="121900" anchor="t" anchorCtr="0">
            <a:noAutofit/>
          </a:bodyPr>
          <a:lstStyle/>
          <a:p>
            <a:pPr algn="ctr"/>
            <a:r>
              <a:rPr lang="en-US" sz="8000" b="1" dirty="0">
                <a:solidFill>
                  <a:schemeClr val="bg1"/>
                </a:solidFill>
              </a:rPr>
              <a:t>Custom structure</a:t>
            </a:r>
            <a:endParaRPr sz="8000" b="1" dirty="0">
              <a:solidFill>
                <a:schemeClr val="bg1"/>
              </a:solidFill>
            </a:endParaRPr>
          </a:p>
        </p:txBody>
      </p:sp>
      <p:pic>
        <p:nvPicPr>
          <p:cNvPr id="3" name="Picture 2" descr="A blue and white swirly logo&#10;&#10;AI-generated content may be incorrect.">
            <a:extLst>
              <a:ext uri="{FF2B5EF4-FFF2-40B4-BE49-F238E27FC236}">
                <a16:creationId xmlns:a16="http://schemas.microsoft.com/office/drawing/2014/main" id="{B53D7A10-320A-0101-8189-143DDF8FEC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6790" y="3802052"/>
            <a:ext cx="2418419" cy="2418419"/>
          </a:xfrm>
          <a:prstGeom prst="rect">
            <a:avLst/>
          </a:prstGeom>
        </p:spPr>
      </p:pic>
    </p:spTree>
    <p:extLst>
      <p:ext uri="{BB962C8B-B14F-4D97-AF65-F5344CB8AC3E}">
        <p14:creationId xmlns:p14="http://schemas.microsoft.com/office/powerpoint/2010/main" val="2248062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342243AB-687C-F673-F6F1-56381289F504}"/>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23F84E59-1BBC-A49A-FE2D-674DDA2CCE40}"/>
              </a:ext>
            </a:extLst>
          </p:cNvPr>
          <p:cNvGrpSpPr/>
          <p:nvPr/>
        </p:nvGrpSpPr>
        <p:grpSpPr>
          <a:xfrm>
            <a:off x="1" y="217085"/>
            <a:ext cx="12197004" cy="1013573"/>
            <a:chOff x="0" y="162814"/>
            <a:chExt cx="9147753" cy="760180"/>
          </a:xfrm>
        </p:grpSpPr>
        <p:sp>
          <p:nvSpPr>
            <p:cNvPr id="110" name="Google Shape;110;p2">
              <a:extLst>
                <a:ext uri="{FF2B5EF4-FFF2-40B4-BE49-F238E27FC236}">
                  <a16:creationId xmlns:a16="http://schemas.microsoft.com/office/drawing/2014/main" id="{98527B07-AA02-0623-CFA5-5148783C2EE2}"/>
                </a:ext>
              </a:extLst>
            </p:cNvPr>
            <p:cNvSpPr/>
            <p:nvPr/>
          </p:nvSpPr>
          <p:spPr>
            <a:xfrm>
              <a:off x="0" y="164715"/>
              <a:ext cx="9144000" cy="632923"/>
            </a:xfrm>
            <a:prstGeom prst="rect">
              <a:avLst/>
            </a:prstGeom>
            <a:solidFill>
              <a:srgbClr val="013471"/>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7CFE27C9-2BCD-2BE5-80BA-5F79DC6CAEAB}"/>
                </a:ext>
              </a:extLst>
            </p:cNvPr>
            <p:cNvSpPr/>
            <p:nvPr/>
          </p:nvSpPr>
          <p:spPr>
            <a:xfrm>
              <a:off x="8863353" y="162815"/>
              <a:ext cx="284400" cy="708616"/>
            </a:xfrm>
            <a:prstGeom prst="rect">
              <a:avLst/>
            </a:prstGeom>
            <a:solidFill>
              <a:schemeClr val="lt1">
                <a:alpha val="7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2" name="Google Shape;112;p2">
              <a:extLst>
                <a:ext uri="{FF2B5EF4-FFF2-40B4-BE49-F238E27FC236}">
                  <a16:creationId xmlns:a16="http://schemas.microsoft.com/office/drawing/2014/main" id="{BCE1B8E6-4208-022A-C7BE-875FB18DD91A}"/>
                </a:ext>
              </a:extLst>
            </p:cNvPr>
            <p:cNvSpPr/>
            <p:nvPr/>
          </p:nvSpPr>
          <p:spPr>
            <a:xfrm>
              <a:off x="8578953" y="162814"/>
              <a:ext cx="284400" cy="758279"/>
            </a:xfrm>
            <a:prstGeom prst="rect">
              <a:avLst/>
            </a:prstGeom>
            <a:solidFill>
              <a:schemeClr val="lt1">
                <a:alpha val="43137"/>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3" name="Google Shape;113;p2">
              <a:extLst>
                <a:ext uri="{FF2B5EF4-FFF2-40B4-BE49-F238E27FC236}">
                  <a16:creationId xmlns:a16="http://schemas.microsoft.com/office/drawing/2014/main" id="{E1BD7862-5F3B-AB13-68D2-9AB918BB8264}"/>
                </a:ext>
              </a:extLst>
            </p:cNvPr>
            <p:cNvSpPr/>
            <p:nvPr/>
          </p:nvSpPr>
          <p:spPr>
            <a:xfrm>
              <a:off x="8290800" y="164715"/>
              <a:ext cx="291906" cy="758279"/>
            </a:xfrm>
            <a:prstGeom prst="rect">
              <a:avLst/>
            </a:prstGeom>
            <a:solidFill>
              <a:schemeClr val="lt1">
                <a:alpha val="1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grpSp>
      <p:sp>
        <p:nvSpPr>
          <p:cNvPr id="114" name="Google Shape;114;p2">
            <a:extLst>
              <a:ext uri="{FF2B5EF4-FFF2-40B4-BE49-F238E27FC236}">
                <a16:creationId xmlns:a16="http://schemas.microsoft.com/office/drawing/2014/main" id="{54323C99-A77F-9BA1-9C56-A993EABE343D}"/>
              </a:ext>
            </a:extLst>
          </p:cNvPr>
          <p:cNvSpPr txBox="1"/>
          <p:nvPr/>
        </p:nvSpPr>
        <p:spPr>
          <a:xfrm>
            <a:off x="114899" y="244717"/>
            <a:ext cx="10630131" cy="818800"/>
          </a:xfrm>
          <a:prstGeom prst="rect">
            <a:avLst/>
          </a:prstGeom>
          <a:noFill/>
          <a:ln>
            <a:noFill/>
          </a:ln>
        </p:spPr>
        <p:txBody>
          <a:bodyPr spcFirstLastPara="1" wrap="square" lIns="91433" tIns="91433" rIns="91433" bIns="91433" anchor="t" anchorCtr="0">
            <a:noAutofit/>
          </a:bodyPr>
          <a:lstStyle/>
          <a:p>
            <a:pPr>
              <a:buClr>
                <a:srgbClr val="000000"/>
              </a:buClr>
              <a:buSzPts val="3000"/>
            </a:pPr>
            <a:r>
              <a:rPr lang="en-US" sz="4000" b="1" dirty="0">
                <a:solidFill>
                  <a:srgbClr val="FFFFFF"/>
                </a:solidFill>
                <a:latin typeface="Rubik"/>
                <a:ea typeface="Rubik"/>
                <a:cs typeface="Rubik"/>
                <a:sym typeface="Rubik"/>
              </a:rPr>
              <a:t>Custom classes</a:t>
            </a:r>
            <a:endParaRPr lang="he-IL" sz="4000" b="1" dirty="0">
              <a:solidFill>
                <a:srgbClr val="FFFFFF"/>
              </a:solidFill>
              <a:latin typeface="Rubik"/>
              <a:ea typeface="Rubik"/>
              <a:cs typeface="Rubik"/>
              <a:sym typeface="Rubik"/>
            </a:endParaRPr>
          </a:p>
        </p:txBody>
      </p:sp>
      <p:sp>
        <p:nvSpPr>
          <p:cNvPr id="3" name="Google Shape;118;p2">
            <a:extLst>
              <a:ext uri="{FF2B5EF4-FFF2-40B4-BE49-F238E27FC236}">
                <a16:creationId xmlns:a16="http://schemas.microsoft.com/office/drawing/2014/main" id="{77E8F8F4-9B95-062C-4F2D-5E9E632CB061}"/>
              </a:ext>
            </a:extLst>
          </p:cNvPr>
          <p:cNvSpPr txBox="1"/>
          <p:nvPr/>
        </p:nvSpPr>
        <p:spPr>
          <a:xfrm>
            <a:off x="474195" y="1300686"/>
            <a:ext cx="11044705" cy="5108093"/>
          </a:xfrm>
          <a:prstGeom prst="rect">
            <a:avLst/>
          </a:prstGeom>
          <a:noFill/>
          <a:ln>
            <a:noFill/>
          </a:ln>
        </p:spPr>
        <p:txBody>
          <a:bodyPr spcFirstLastPara="1" wrap="square" lIns="121900" tIns="121900" rIns="121900" bIns="121900" anchor="t" anchorCtr="0">
            <a:noAutofit/>
          </a:bodyPr>
          <a:lstStyle/>
          <a:p>
            <a:pPr>
              <a:lnSpc>
                <a:spcPct val="115000"/>
              </a:lnSpc>
            </a:pPr>
            <a:r>
              <a:rPr lang="en-US" sz="2000" dirty="0">
                <a:solidFill>
                  <a:schemeClr val="dk1"/>
                </a:solidFill>
                <a:latin typeface="Rubik" pitchFamily="2" charset="-79"/>
                <a:cs typeface="Rubik" pitchFamily="2" charset="-79"/>
              </a:rPr>
              <a:t>After we create a new Template </a:t>
            </a:r>
            <a:r>
              <a:rPr lang="en-US" sz="2000" dirty="0" err="1">
                <a:solidFill>
                  <a:schemeClr val="dk1"/>
                </a:solidFill>
                <a:latin typeface="Rubik" pitchFamily="2" charset="-79"/>
                <a:cs typeface="Rubik" pitchFamily="2" charset="-79"/>
              </a:rPr>
              <a:t>WPILib</a:t>
            </a:r>
            <a:r>
              <a:rPr lang="en-US" sz="2000" dirty="0">
                <a:solidFill>
                  <a:schemeClr val="dk1"/>
                </a:solidFill>
                <a:latin typeface="Rubik" pitchFamily="2" charset="-79"/>
                <a:cs typeface="Rubik" pitchFamily="2" charset="-79"/>
              </a:rPr>
              <a:t> project we add the following classes:</a:t>
            </a:r>
          </a:p>
          <a:p>
            <a:pPr marL="342900" indent="-342900">
              <a:lnSpc>
                <a:spcPct val="115000"/>
              </a:lnSpc>
              <a:buFont typeface="Arial" panose="020B0604020202020204" pitchFamily="34" charset="0"/>
              <a:buChar char="•"/>
            </a:pPr>
            <a:r>
              <a:rPr lang="en-US" i="1" dirty="0"/>
              <a:t>PorosSubsystems.java</a:t>
            </a:r>
            <a:r>
              <a:rPr lang="en-US" dirty="0">
                <a:solidFill>
                  <a:schemeClr val="dk1"/>
                </a:solidFill>
                <a:latin typeface="Rubik" pitchFamily="2" charset="-79"/>
                <a:cs typeface="Rubik" pitchFamily="2" charset="-79"/>
              </a:rPr>
              <a:t> – Manage all robot subsystems</a:t>
            </a:r>
          </a:p>
          <a:p>
            <a:pPr marL="342900" indent="-342900">
              <a:lnSpc>
                <a:spcPct val="115000"/>
              </a:lnSpc>
              <a:buFont typeface="Arial" panose="020B0604020202020204" pitchFamily="34" charset="0"/>
              <a:buChar char="•"/>
            </a:pPr>
            <a:r>
              <a:rPr lang="en-US" i="1" dirty="0"/>
              <a:t>RobotTester.java</a:t>
            </a:r>
            <a:r>
              <a:rPr lang="en-US" dirty="0">
                <a:solidFill>
                  <a:schemeClr val="dk1"/>
                </a:solidFill>
                <a:latin typeface="Rubik" pitchFamily="2" charset="-79"/>
                <a:cs typeface="Rubik" pitchFamily="2" charset="-79"/>
              </a:rPr>
              <a:t> – Manage all debug behavior activated when running “test” mode in DS</a:t>
            </a:r>
          </a:p>
          <a:p>
            <a:pPr marL="342900" indent="-342900">
              <a:lnSpc>
                <a:spcPct val="115000"/>
              </a:lnSpc>
              <a:buFont typeface="Arial" panose="020B0604020202020204" pitchFamily="34" charset="0"/>
              <a:buChar char="•"/>
            </a:pPr>
            <a:r>
              <a:rPr lang="en-US" i="1" dirty="0"/>
              <a:t>ControllersGenerator.java</a:t>
            </a:r>
            <a:r>
              <a:rPr lang="en-US" dirty="0">
                <a:solidFill>
                  <a:schemeClr val="dk1"/>
                </a:solidFill>
                <a:latin typeface="Rubik" pitchFamily="2" charset="-79"/>
                <a:cs typeface="Rubik" pitchFamily="2" charset="-79"/>
              </a:rPr>
              <a:t> – Manages triggers and default behavior</a:t>
            </a:r>
          </a:p>
          <a:p>
            <a:pPr marL="342900" indent="-342900">
              <a:lnSpc>
                <a:spcPct val="115000"/>
              </a:lnSpc>
              <a:buFont typeface="Arial" panose="020B0604020202020204" pitchFamily="34" charset="0"/>
              <a:buChar char="•"/>
            </a:pPr>
            <a:endParaRPr lang="en-US" dirty="0">
              <a:solidFill>
                <a:schemeClr val="dk1"/>
              </a:solidFill>
              <a:latin typeface="Rubik" pitchFamily="2" charset="-79"/>
              <a:cs typeface="Rubik" pitchFamily="2" charset="-79"/>
            </a:endParaRPr>
          </a:p>
          <a:p>
            <a:pPr marL="342900" indent="-342900">
              <a:lnSpc>
                <a:spcPct val="115000"/>
              </a:lnSpc>
              <a:buFont typeface="Arial" panose="020B0604020202020204" pitchFamily="34" charset="0"/>
              <a:buChar char="•"/>
            </a:pPr>
            <a:r>
              <a:rPr lang="en-US" i="1" dirty="0"/>
              <a:t>IDynamicAuto.java </a:t>
            </a:r>
            <a:r>
              <a:rPr lang="en-US" dirty="0">
                <a:solidFill>
                  <a:schemeClr val="dk1"/>
                </a:solidFill>
                <a:latin typeface="Rubik" pitchFamily="2" charset="-79"/>
                <a:cs typeface="Rubik" pitchFamily="2" charset="-79"/>
              </a:rPr>
              <a:t>– Interface which all Auto commands should implement</a:t>
            </a:r>
          </a:p>
          <a:p>
            <a:pPr marL="342900" indent="-342900">
              <a:lnSpc>
                <a:spcPct val="115000"/>
              </a:lnSpc>
              <a:buFont typeface="Arial" panose="020B0604020202020204" pitchFamily="34" charset="0"/>
              <a:buChar char="•"/>
            </a:pPr>
            <a:r>
              <a:rPr lang="en-US" i="1" dirty="0"/>
              <a:t>DynamicAutoSupplier.java </a:t>
            </a:r>
            <a:r>
              <a:rPr lang="en-US" dirty="0">
                <a:solidFill>
                  <a:schemeClr val="dk1"/>
                </a:solidFill>
                <a:latin typeface="Rubik" pitchFamily="2" charset="-79"/>
                <a:cs typeface="Rubik" pitchFamily="2" charset="-79"/>
              </a:rPr>
              <a:t>– Object used to store auto commands for a shuffleboard chooser</a:t>
            </a:r>
          </a:p>
          <a:p>
            <a:pPr marL="342900" indent="-342900">
              <a:lnSpc>
                <a:spcPct val="115000"/>
              </a:lnSpc>
              <a:buFont typeface="Arial" panose="020B0604020202020204" pitchFamily="34" charset="0"/>
              <a:buChar char="•"/>
            </a:pPr>
            <a:r>
              <a:rPr lang="en-US" i="1" dirty="0"/>
              <a:t>AutoManager.java </a:t>
            </a:r>
            <a:r>
              <a:rPr lang="en-US" dirty="0">
                <a:solidFill>
                  <a:schemeClr val="dk1"/>
                </a:solidFill>
                <a:latin typeface="Rubik" pitchFamily="2" charset="-79"/>
                <a:cs typeface="Rubik" pitchFamily="2" charset="-79"/>
              </a:rPr>
              <a:t>– Manages auto and alliance selectors</a:t>
            </a:r>
          </a:p>
          <a:p>
            <a:pPr>
              <a:lnSpc>
                <a:spcPct val="115000"/>
              </a:lnSpc>
            </a:pPr>
            <a:endParaRPr lang="en-US" sz="2000" dirty="0">
              <a:solidFill>
                <a:schemeClr val="dk1"/>
              </a:solidFill>
              <a:latin typeface="Rubik" pitchFamily="2" charset="-79"/>
              <a:cs typeface="Rubik" pitchFamily="2" charset="-79"/>
            </a:endParaRPr>
          </a:p>
          <a:p>
            <a:pPr>
              <a:lnSpc>
                <a:spcPct val="115000"/>
              </a:lnSpc>
            </a:pPr>
            <a:r>
              <a:rPr lang="en-US" sz="2000" dirty="0">
                <a:solidFill>
                  <a:schemeClr val="dk1"/>
                </a:solidFill>
                <a:latin typeface="Rubik" pitchFamily="2" charset="-79"/>
                <a:cs typeface="Rubik" pitchFamily="2" charset="-79"/>
              </a:rPr>
              <a:t>We also make some changes to the </a:t>
            </a:r>
            <a:r>
              <a:rPr lang="en-US" i="1" dirty="0"/>
              <a:t>Robot.java</a:t>
            </a:r>
            <a:r>
              <a:rPr lang="en-US" sz="2000" dirty="0">
                <a:solidFill>
                  <a:schemeClr val="dk1"/>
                </a:solidFill>
                <a:latin typeface="Rubik" pitchFamily="2" charset="-79"/>
                <a:cs typeface="Rubik" pitchFamily="2" charset="-79"/>
              </a:rPr>
              <a:t> and </a:t>
            </a:r>
            <a:r>
              <a:rPr lang="en-US" i="1" dirty="0"/>
              <a:t>RobotContainer.java</a:t>
            </a:r>
            <a:r>
              <a:rPr lang="en-US" sz="2000" dirty="0">
                <a:solidFill>
                  <a:schemeClr val="dk1"/>
                </a:solidFill>
                <a:latin typeface="Rubik" pitchFamily="2" charset="-79"/>
                <a:cs typeface="Rubik" pitchFamily="2" charset="-79"/>
              </a:rPr>
              <a:t> classes to incorporate the newly created classes.</a:t>
            </a:r>
          </a:p>
        </p:txBody>
      </p:sp>
      <p:pic>
        <p:nvPicPr>
          <p:cNvPr id="2" name="Picture 1" descr="A blue and white swirly logo&#10;&#10;AI-generated content may be incorrect.">
            <a:extLst>
              <a:ext uri="{FF2B5EF4-FFF2-40B4-BE49-F238E27FC236}">
                <a16:creationId xmlns:a16="http://schemas.microsoft.com/office/drawing/2014/main" id="{9EC2A776-F416-F0EF-5831-74092C4221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8103" y="6014103"/>
            <a:ext cx="843897" cy="843897"/>
          </a:xfrm>
          <a:prstGeom prst="rect">
            <a:avLst/>
          </a:prstGeom>
        </p:spPr>
      </p:pic>
    </p:spTree>
    <p:extLst>
      <p:ext uri="{BB962C8B-B14F-4D97-AF65-F5344CB8AC3E}">
        <p14:creationId xmlns:p14="http://schemas.microsoft.com/office/powerpoint/2010/main" val="2852423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0FDA48EB-1112-C7C6-39C4-B15A5FFE3BD2}"/>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E6EA484F-E806-D4C6-28C3-6F5F792A677C}"/>
              </a:ext>
            </a:extLst>
          </p:cNvPr>
          <p:cNvGrpSpPr/>
          <p:nvPr/>
        </p:nvGrpSpPr>
        <p:grpSpPr>
          <a:xfrm>
            <a:off x="1" y="217085"/>
            <a:ext cx="12197004" cy="846432"/>
            <a:chOff x="0" y="162814"/>
            <a:chExt cx="9147753" cy="634824"/>
          </a:xfrm>
        </p:grpSpPr>
        <p:sp>
          <p:nvSpPr>
            <p:cNvPr id="110" name="Google Shape;110;p2">
              <a:extLst>
                <a:ext uri="{FF2B5EF4-FFF2-40B4-BE49-F238E27FC236}">
                  <a16:creationId xmlns:a16="http://schemas.microsoft.com/office/drawing/2014/main" id="{67063887-6D56-881F-A5A9-C74B8DB9C63A}"/>
                </a:ext>
              </a:extLst>
            </p:cNvPr>
            <p:cNvSpPr/>
            <p:nvPr/>
          </p:nvSpPr>
          <p:spPr>
            <a:xfrm>
              <a:off x="0" y="164715"/>
              <a:ext cx="9144000" cy="632923"/>
            </a:xfrm>
            <a:prstGeom prst="rect">
              <a:avLst/>
            </a:prstGeom>
            <a:solidFill>
              <a:srgbClr val="013471"/>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1726CF7A-2F2D-45AC-27B4-D68D4C80A073}"/>
                </a:ext>
              </a:extLst>
            </p:cNvPr>
            <p:cNvSpPr/>
            <p:nvPr/>
          </p:nvSpPr>
          <p:spPr>
            <a:xfrm>
              <a:off x="8863353" y="162815"/>
              <a:ext cx="284400" cy="632923"/>
            </a:xfrm>
            <a:prstGeom prst="rect">
              <a:avLst/>
            </a:prstGeom>
            <a:solidFill>
              <a:schemeClr val="lt1">
                <a:alpha val="7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2" name="Google Shape;112;p2">
              <a:extLst>
                <a:ext uri="{FF2B5EF4-FFF2-40B4-BE49-F238E27FC236}">
                  <a16:creationId xmlns:a16="http://schemas.microsoft.com/office/drawing/2014/main" id="{994059C6-0012-6201-9D51-F370B671C19C}"/>
                </a:ext>
              </a:extLst>
            </p:cNvPr>
            <p:cNvSpPr/>
            <p:nvPr/>
          </p:nvSpPr>
          <p:spPr>
            <a:xfrm>
              <a:off x="8578953" y="162814"/>
              <a:ext cx="284400" cy="632923"/>
            </a:xfrm>
            <a:prstGeom prst="rect">
              <a:avLst/>
            </a:prstGeom>
            <a:solidFill>
              <a:schemeClr val="lt1">
                <a:alpha val="43137"/>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3" name="Google Shape;113;p2">
              <a:extLst>
                <a:ext uri="{FF2B5EF4-FFF2-40B4-BE49-F238E27FC236}">
                  <a16:creationId xmlns:a16="http://schemas.microsoft.com/office/drawing/2014/main" id="{56F14000-BC45-F857-A910-5A226DECF0FE}"/>
                </a:ext>
              </a:extLst>
            </p:cNvPr>
            <p:cNvSpPr/>
            <p:nvPr/>
          </p:nvSpPr>
          <p:spPr>
            <a:xfrm>
              <a:off x="8290800" y="164715"/>
              <a:ext cx="284400" cy="632923"/>
            </a:xfrm>
            <a:prstGeom prst="rect">
              <a:avLst/>
            </a:prstGeom>
            <a:solidFill>
              <a:schemeClr val="lt1">
                <a:alpha val="1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grpSp>
      <p:sp>
        <p:nvSpPr>
          <p:cNvPr id="114" name="Google Shape;114;p2">
            <a:extLst>
              <a:ext uri="{FF2B5EF4-FFF2-40B4-BE49-F238E27FC236}">
                <a16:creationId xmlns:a16="http://schemas.microsoft.com/office/drawing/2014/main" id="{E2FE17A6-8F02-293D-1253-AE3662D260BD}"/>
              </a:ext>
            </a:extLst>
          </p:cNvPr>
          <p:cNvSpPr txBox="1"/>
          <p:nvPr/>
        </p:nvSpPr>
        <p:spPr>
          <a:xfrm>
            <a:off x="114899" y="244717"/>
            <a:ext cx="10630131" cy="818800"/>
          </a:xfrm>
          <a:prstGeom prst="rect">
            <a:avLst/>
          </a:prstGeom>
          <a:noFill/>
          <a:ln>
            <a:noFill/>
          </a:ln>
        </p:spPr>
        <p:txBody>
          <a:bodyPr spcFirstLastPara="1" wrap="square" lIns="91433" tIns="91433" rIns="91433" bIns="91433" anchor="t" anchorCtr="0">
            <a:noAutofit/>
          </a:bodyPr>
          <a:lstStyle/>
          <a:p>
            <a:pPr>
              <a:buClr>
                <a:srgbClr val="000000"/>
              </a:buClr>
              <a:buSzPts val="3000"/>
            </a:pPr>
            <a:r>
              <a:rPr lang="en-US" sz="4000" b="1" dirty="0">
                <a:solidFill>
                  <a:srgbClr val="FFFFFF"/>
                </a:solidFill>
                <a:latin typeface="Rubik"/>
                <a:ea typeface="Rubik"/>
                <a:cs typeface="Rubik"/>
                <a:sym typeface="Rubik"/>
              </a:rPr>
              <a:t>PorosSubsystems.java</a:t>
            </a:r>
            <a:endParaRPr lang="he-IL" sz="4000" b="1" dirty="0">
              <a:solidFill>
                <a:srgbClr val="FFFFFF"/>
              </a:solidFill>
              <a:latin typeface="Rubik"/>
              <a:ea typeface="Rubik"/>
              <a:cs typeface="Rubik"/>
              <a:sym typeface="Rubik"/>
            </a:endParaRPr>
          </a:p>
        </p:txBody>
      </p:sp>
      <p:sp>
        <p:nvSpPr>
          <p:cNvPr id="3" name="Google Shape;118;p2">
            <a:extLst>
              <a:ext uri="{FF2B5EF4-FFF2-40B4-BE49-F238E27FC236}">
                <a16:creationId xmlns:a16="http://schemas.microsoft.com/office/drawing/2014/main" id="{D59DC669-7F72-956C-1051-96C92232B609}"/>
              </a:ext>
            </a:extLst>
          </p:cNvPr>
          <p:cNvSpPr txBox="1"/>
          <p:nvPr/>
        </p:nvSpPr>
        <p:spPr>
          <a:xfrm>
            <a:off x="454572" y="1327958"/>
            <a:ext cx="7704605" cy="5108093"/>
          </a:xfrm>
          <a:prstGeom prst="rect">
            <a:avLst/>
          </a:prstGeom>
          <a:noFill/>
          <a:ln>
            <a:noFill/>
          </a:ln>
        </p:spPr>
        <p:txBody>
          <a:bodyPr spcFirstLastPara="1" wrap="square" lIns="121900" tIns="121900" rIns="121900" bIns="121900" anchor="t" anchorCtr="0">
            <a:noAutofit/>
          </a:bodyPr>
          <a:lstStyle/>
          <a:p>
            <a:pPr>
              <a:lnSpc>
                <a:spcPct val="110000"/>
              </a:lnSpc>
            </a:pPr>
            <a:r>
              <a:rPr lang="en-US" sz="1400" b="1" dirty="0">
                <a:latin typeface="Rubik" pitchFamily="2" charset="-79"/>
                <a:cs typeface="Rubik" pitchFamily="2" charset="-79"/>
              </a:rPr>
              <a:t>Centralized Subsystem Management</a:t>
            </a:r>
          </a:p>
          <a:p>
            <a:pPr marL="0" lvl="1" indent="0">
              <a:lnSpc>
                <a:spcPct val="110000"/>
              </a:lnSpc>
              <a:buFont typeface="Arial" panose="020B0604020202020204" pitchFamily="34" charset="0"/>
              <a:buNone/>
            </a:pPr>
            <a:r>
              <a:rPr lang="en-US" sz="1400" dirty="0" err="1">
                <a:latin typeface="Rubik" pitchFamily="2" charset="-79"/>
                <a:cs typeface="Rubik" pitchFamily="2" charset="-79"/>
              </a:rPr>
              <a:t>PorosSubsystems</a:t>
            </a:r>
            <a:r>
              <a:rPr lang="en-US" sz="1400" dirty="0">
                <a:latin typeface="Rubik" pitchFamily="2" charset="-79"/>
                <a:cs typeface="Rubik" pitchFamily="2" charset="-79"/>
              </a:rPr>
              <a:t> centralizes initialization and management of all subsystems to improve code structure and readability.</a:t>
            </a:r>
          </a:p>
          <a:p>
            <a:pPr>
              <a:lnSpc>
                <a:spcPct val="110000"/>
              </a:lnSpc>
              <a:spcBef>
                <a:spcPts val="2500"/>
              </a:spcBef>
            </a:pPr>
            <a:r>
              <a:rPr lang="en-US" sz="1400" b="1" dirty="0">
                <a:latin typeface="Rubik" pitchFamily="2" charset="-79"/>
                <a:cs typeface="Rubik" pitchFamily="2" charset="-79"/>
              </a:rPr>
              <a:t>Getter Functions for Access</a:t>
            </a:r>
          </a:p>
          <a:p>
            <a:pPr marL="0" lvl="1" indent="0">
              <a:lnSpc>
                <a:spcPct val="110000"/>
              </a:lnSpc>
              <a:buFont typeface="Arial" panose="020B0604020202020204" pitchFamily="34" charset="0"/>
              <a:buNone/>
            </a:pPr>
            <a:r>
              <a:rPr lang="en-US" sz="1400" dirty="0">
                <a:latin typeface="Rubik" pitchFamily="2" charset="-79"/>
                <a:cs typeface="Rubik" pitchFamily="2" charset="-79"/>
              </a:rPr>
              <a:t>Provides getter methods allowing commands to easily access subsystems without manual instance passing, reducing duplication.</a:t>
            </a:r>
          </a:p>
          <a:p>
            <a:pPr>
              <a:lnSpc>
                <a:spcPct val="110000"/>
              </a:lnSpc>
              <a:spcBef>
                <a:spcPts val="2500"/>
              </a:spcBef>
            </a:pPr>
            <a:r>
              <a:rPr lang="en-US" sz="1400" b="1" dirty="0">
                <a:latin typeface="Rubik" pitchFamily="2" charset="-79"/>
                <a:cs typeface="Rubik" pitchFamily="2" charset="-79"/>
              </a:rPr>
              <a:t>Simplified Architecture and Maintenance</a:t>
            </a:r>
          </a:p>
          <a:p>
            <a:pPr marL="0" lvl="1" indent="0">
              <a:lnSpc>
                <a:spcPct val="110000"/>
              </a:lnSpc>
              <a:buFont typeface="Arial" panose="020B0604020202020204" pitchFamily="34" charset="0"/>
              <a:buNone/>
            </a:pPr>
            <a:r>
              <a:rPr lang="en-US" sz="1400" dirty="0">
                <a:latin typeface="Rubik" pitchFamily="2" charset="-79"/>
                <a:cs typeface="Rubik" pitchFamily="2" charset="-79"/>
              </a:rPr>
              <a:t>Encapsulation of subsystem initialization simplifies architecture and improves maintainability of the codebase.</a:t>
            </a:r>
          </a:p>
        </p:txBody>
      </p:sp>
      <p:pic>
        <p:nvPicPr>
          <p:cNvPr id="2" name="Picture 1" descr="A blue and white swirly logo&#10;&#10;AI-generated content may be incorrect.">
            <a:extLst>
              <a:ext uri="{FF2B5EF4-FFF2-40B4-BE49-F238E27FC236}">
                <a16:creationId xmlns:a16="http://schemas.microsoft.com/office/drawing/2014/main" id="{690596F1-DC33-8295-CF85-D857ED136F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8103" y="6014103"/>
            <a:ext cx="843897" cy="843897"/>
          </a:xfrm>
          <a:prstGeom prst="rect">
            <a:avLst/>
          </a:prstGeom>
        </p:spPr>
      </p:pic>
      <p:pic>
        <p:nvPicPr>
          <p:cNvPr id="11" name="Picture 10">
            <a:extLst>
              <a:ext uri="{FF2B5EF4-FFF2-40B4-BE49-F238E27FC236}">
                <a16:creationId xmlns:a16="http://schemas.microsoft.com/office/drawing/2014/main" id="{B0F2AC34-290A-674D-FB7B-F421C866405A}"/>
              </a:ext>
            </a:extLst>
          </p:cNvPr>
          <p:cNvPicPr>
            <a:picLocks noChangeAspect="1"/>
          </p:cNvPicPr>
          <p:nvPr/>
        </p:nvPicPr>
        <p:blipFill>
          <a:blip r:embed="rId4"/>
          <a:stretch>
            <a:fillRect/>
          </a:stretch>
        </p:blipFill>
        <p:spPr>
          <a:xfrm>
            <a:off x="8452717" y="1897813"/>
            <a:ext cx="3438084" cy="3276924"/>
          </a:xfrm>
          <a:prstGeom prst="rect">
            <a:avLst/>
          </a:prstGeom>
        </p:spPr>
      </p:pic>
    </p:spTree>
    <p:extLst>
      <p:ext uri="{BB962C8B-B14F-4D97-AF65-F5344CB8AC3E}">
        <p14:creationId xmlns:p14="http://schemas.microsoft.com/office/powerpoint/2010/main" val="1676015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16FF1150-E9C0-93E9-CD6C-342D9370109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8B247B69-C4BA-8877-3C6E-4F23E0DFACBB}"/>
              </a:ext>
            </a:extLst>
          </p:cNvPr>
          <p:cNvPicPr>
            <a:picLocks noChangeAspect="1"/>
          </p:cNvPicPr>
          <p:nvPr/>
        </p:nvPicPr>
        <p:blipFill>
          <a:blip r:embed="rId3"/>
          <a:stretch>
            <a:fillRect/>
          </a:stretch>
        </p:blipFill>
        <p:spPr>
          <a:xfrm>
            <a:off x="7136890" y="1298151"/>
            <a:ext cx="4805437" cy="5265676"/>
          </a:xfrm>
          <a:prstGeom prst="rect">
            <a:avLst/>
          </a:prstGeom>
        </p:spPr>
      </p:pic>
      <p:grpSp>
        <p:nvGrpSpPr>
          <p:cNvPr id="4" name="Group 3">
            <a:extLst>
              <a:ext uri="{FF2B5EF4-FFF2-40B4-BE49-F238E27FC236}">
                <a16:creationId xmlns:a16="http://schemas.microsoft.com/office/drawing/2014/main" id="{A6D901DE-FB02-D265-6749-C6B8DCA7F7DE}"/>
              </a:ext>
            </a:extLst>
          </p:cNvPr>
          <p:cNvGrpSpPr/>
          <p:nvPr/>
        </p:nvGrpSpPr>
        <p:grpSpPr>
          <a:xfrm>
            <a:off x="1" y="217085"/>
            <a:ext cx="12197004" cy="958572"/>
            <a:chOff x="0" y="162814"/>
            <a:chExt cx="9147753" cy="718929"/>
          </a:xfrm>
        </p:grpSpPr>
        <p:sp>
          <p:nvSpPr>
            <p:cNvPr id="110" name="Google Shape;110;p2">
              <a:extLst>
                <a:ext uri="{FF2B5EF4-FFF2-40B4-BE49-F238E27FC236}">
                  <a16:creationId xmlns:a16="http://schemas.microsoft.com/office/drawing/2014/main" id="{720A50E0-9433-3318-EFB3-E4F551DE52C6}"/>
                </a:ext>
              </a:extLst>
            </p:cNvPr>
            <p:cNvSpPr/>
            <p:nvPr/>
          </p:nvSpPr>
          <p:spPr>
            <a:xfrm>
              <a:off x="0" y="164715"/>
              <a:ext cx="9144000" cy="632923"/>
            </a:xfrm>
            <a:prstGeom prst="rect">
              <a:avLst/>
            </a:prstGeom>
            <a:solidFill>
              <a:srgbClr val="013471"/>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0A9D7359-F82A-F91B-B74E-C0E2FCCA5830}"/>
                </a:ext>
              </a:extLst>
            </p:cNvPr>
            <p:cNvSpPr/>
            <p:nvPr/>
          </p:nvSpPr>
          <p:spPr>
            <a:xfrm>
              <a:off x="8863353" y="162815"/>
              <a:ext cx="284400" cy="717027"/>
            </a:xfrm>
            <a:prstGeom prst="rect">
              <a:avLst/>
            </a:prstGeom>
            <a:solidFill>
              <a:schemeClr val="lt1">
                <a:alpha val="7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2" name="Google Shape;112;p2">
              <a:extLst>
                <a:ext uri="{FF2B5EF4-FFF2-40B4-BE49-F238E27FC236}">
                  <a16:creationId xmlns:a16="http://schemas.microsoft.com/office/drawing/2014/main" id="{1926BB9F-8EA7-4F2E-97A5-A11E84CB2B87}"/>
                </a:ext>
              </a:extLst>
            </p:cNvPr>
            <p:cNvSpPr/>
            <p:nvPr/>
          </p:nvSpPr>
          <p:spPr>
            <a:xfrm>
              <a:off x="8578953" y="162814"/>
              <a:ext cx="284400" cy="717028"/>
            </a:xfrm>
            <a:prstGeom prst="rect">
              <a:avLst/>
            </a:prstGeom>
            <a:solidFill>
              <a:schemeClr val="lt1">
                <a:alpha val="43137"/>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3" name="Google Shape;113;p2">
              <a:extLst>
                <a:ext uri="{FF2B5EF4-FFF2-40B4-BE49-F238E27FC236}">
                  <a16:creationId xmlns:a16="http://schemas.microsoft.com/office/drawing/2014/main" id="{0E386B10-EC64-09C7-9A0A-506115C6EE91}"/>
                </a:ext>
              </a:extLst>
            </p:cNvPr>
            <p:cNvSpPr/>
            <p:nvPr/>
          </p:nvSpPr>
          <p:spPr>
            <a:xfrm>
              <a:off x="8290800" y="164715"/>
              <a:ext cx="291906" cy="717028"/>
            </a:xfrm>
            <a:prstGeom prst="rect">
              <a:avLst/>
            </a:prstGeom>
            <a:solidFill>
              <a:schemeClr val="lt1">
                <a:alpha val="1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grpSp>
      <p:sp>
        <p:nvSpPr>
          <p:cNvPr id="114" name="Google Shape;114;p2">
            <a:extLst>
              <a:ext uri="{FF2B5EF4-FFF2-40B4-BE49-F238E27FC236}">
                <a16:creationId xmlns:a16="http://schemas.microsoft.com/office/drawing/2014/main" id="{D2B6F33B-5A0F-A75F-9639-99E11D4EA68F}"/>
              </a:ext>
            </a:extLst>
          </p:cNvPr>
          <p:cNvSpPr txBox="1"/>
          <p:nvPr/>
        </p:nvSpPr>
        <p:spPr>
          <a:xfrm>
            <a:off x="114899" y="244717"/>
            <a:ext cx="10630131" cy="818800"/>
          </a:xfrm>
          <a:prstGeom prst="rect">
            <a:avLst/>
          </a:prstGeom>
          <a:noFill/>
          <a:ln>
            <a:noFill/>
          </a:ln>
        </p:spPr>
        <p:txBody>
          <a:bodyPr spcFirstLastPara="1" wrap="square" lIns="91433" tIns="91433" rIns="91433" bIns="91433" anchor="t" anchorCtr="0">
            <a:noAutofit/>
          </a:bodyPr>
          <a:lstStyle/>
          <a:p>
            <a:pPr>
              <a:buClr>
                <a:srgbClr val="000000"/>
              </a:buClr>
              <a:buSzPts val="3000"/>
            </a:pPr>
            <a:r>
              <a:rPr lang="en-US" sz="4000" b="1" dirty="0">
                <a:solidFill>
                  <a:srgbClr val="FFFFFF"/>
                </a:solidFill>
                <a:latin typeface="Rubik"/>
                <a:ea typeface="Rubik"/>
                <a:cs typeface="Rubik"/>
                <a:sym typeface="Rubik"/>
              </a:rPr>
              <a:t>RobotTester.java</a:t>
            </a:r>
            <a:endParaRPr lang="he-IL" sz="4000" b="1" dirty="0">
              <a:solidFill>
                <a:srgbClr val="FFFFFF"/>
              </a:solidFill>
              <a:latin typeface="Rubik"/>
              <a:ea typeface="Rubik"/>
              <a:cs typeface="Rubik"/>
              <a:sym typeface="Rubik"/>
            </a:endParaRPr>
          </a:p>
        </p:txBody>
      </p:sp>
      <p:sp>
        <p:nvSpPr>
          <p:cNvPr id="3" name="Google Shape;118;p2">
            <a:extLst>
              <a:ext uri="{FF2B5EF4-FFF2-40B4-BE49-F238E27FC236}">
                <a16:creationId xmlns:a16="http://schemas.microsoft.com/office/drawing/2014/main" id="{C8EBBF47-7DF2-5AE6-39D1-261FFB43D3A3}"/>
              </a:ext>
            </a:extLst>
          </p:cNvPr>
          <p:cNvSpPr txBox="1"/>
          <p:nvPr/>
        </p:nvSpPr>
        <p:spPr>
          <a:xfrm>
            <a:off x="474195" y="1300686"/>
            <a:ext cx="6662695" cy="5312597"/>
          </a:xfrm>
          <a:prstGeom prst="rect">
            <a:avLst/>
          </a:prstGeom>
          <a:noFill/>
          <a:ln>
            <a:noFill/>
          </a:ln>
        </p:spPr>
        <p:txBody>
          <a:bodyPr spcFirstLastPara="1" wrap="square" lIns="121900" tIns="121900" rIns="121900" bIns="121900" anchor="t" anchorCtr="0">
            <a:noAutofit/>
          </a:bodyPr>
          <a:lstStyle/>
          <a:p>
            <a:r>
              <a:rPr lang="en-US" sz="1400" b="1" dirty="0">
                <a:latin typeface="Rubik" pitchFamily="2" charset="-79"/>
                <a:cs typeface="Rubik" pitchFamily="2" charset="-79"/>
              </a:rPr>
              <a:t>Debug Command Initialization</a:t>
            </a:r>
          </a:p>
          <a:p>
            <a:pPr marL="0" lvl="1" indent="0">
              <a:buFont typeface="Arial" panose="020B0604020202020204" pitchFamily="34" charset="0"/>
              <a:buNone/>
            </a:pPr>
            <a:r>
              <a:rPr lang="en-US" sz="1400" dirty="0">
                <a:latin typeface="Rubik" pitchFamily="2" charset="-79"/>
                <a:cs typeface="Rubik" pitchFamily="2" charset="-79"/>
              </a:rPr>
              <a:t>When the “test” mode is enabled through the driver station the </a:t>
            </a:r>
            <a:r>
              <a:rPr lang="en-US" sz="1400" dirty="0" err="1">
                <a:latin typeface="Rubik" pitchFamily="2" charset="-79"/>
                <a:cs typeface="Rubik" pitchFamily="2" charset="-79"/>
              </a:rPr>
              <a:t>RobotTester</a:t>
            </a:r>
            <a:r>
              <a:rPr lang="en-US" sz="1400" dirty="0">
                <a:latin typeface="Rubik" pitchFamily="2" charset="-79"/>
                <a:cs typeface="Rubik" pitchFamily="2" charset="-79"/>
              </a:rPr>
              <a:t> initializes debug commands for all subsystems (for example the drivetrain subsystem) to assist in targeted testing and troubleshooting.</a:t>
            </a:r>
          </a:p>
          <a:p>
            <a:pPr>
              <a:spcBef>
                <a:spcPts val="2500"/>
              </a:spcBef>
            </a:pPr>
            <a:r>
              <a:rPr lang="en-US" sz="1400" b="1" dirty="0">
                <a:latin typeface="Rubik" pitchFamily="2" charset="-79"/>
                <a:cs typeface="Rubik" pitchFamily="2" charset="-79"/>
              </a:rPr>
              <a:t>Efficient Debugging Workflow</a:t>
            </a:r>
          </a:p>
          <a:p>
            <a:pPr marL="0" lvl="1" indent="0">
              <a:buFont typeface="Arial" panose="020B0604020202020204" pitchFamily="34" charset="0"/>
              <a:buNone/>
            </a:pPr>
            <a:r>
              <a:rPr lang="en-US" sz="1400" dirty="0" err="1">
                <a:latin typeface="Rubik" pitchFamily="2" charset="-79"/>
                <a:cs typeface="Rubik" pitchFamily="2" charset="-79"/>
              </a:rPr>
              <a:t>RobotTester</a:t>
            </a:r>
            <a:r>
              <a:rPr lang="en-US" sz="1400" dirty="0">
                <a:latin typeface="Rubik" pitchFamily="2" charset="-79"/>
                <a:cs typeface="Rubik" pitchFamily="2" charset="-79"/>
              </a:rPr>
              <a:t> prevents redundant command generation, ensuring efficient and reliable debugging during development. During competition, the debug commands are not initialized.</a:t>
            </a:r>
          </a:p>
        </p:txBody>
      </p:sp>
      <p:pic>
        <p:nvPicPr>
          <p:cNvPr id="2" name="Picture 1" descr="A blue and white swirly logo&#10;&#10;AI-generated content may be incorrect.">
            <a:extLst>
              <a:ext uri="{FF2B5EF4-FFF2-40B4-BE49-F238E27FC236}">
                <a16:creationId xmlns:a16="http://schemas.microsoft.com/office/drawing/2014/main" id="{EB26B7EE-74CA-FA6F-E8DA-FD686BDEB5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48103" y="6014103"/>
            <a:ext cx="843897" cy="843897"/>
          </a:xfrm>
          <a:prstGeom prst="rect">
            <a:avLst/>
          </a:prstGeom>
        </p:spPr>
      </p:pic>
    </p:spTree>
    <p:extLst>
      <p:ext uri="{BB962C8B-B14F-4D97-AF65-F5344CB8AC3E}">
        <p14:creationId xmlns:p14="http://schemas.microsoft.com/office/powerpoint/2010/main" val="8539647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DB03176F-A1B8-F455-4314-EA3F66837BDE}"/>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1ADBD83C-D164-B6A8-58B5-B10AC4BEC745}"/>
              </a:ext>
            </a:extLst>
          </p:cNvPr>
          <p:cNvGrpSpPr/>
          <p:nvPr/>
        </p:nvGrpSpPr>
        <p:grpSpPr>
          <a:xfrm>
            <a:off x="1" y="217085"/>
            <a:ext cx="12197004" cy="979197"/>
            <a:chOff x="0" y="162814"/>
            <a:chExt cx="9147753" cy="734398"/>
          </a:xfrm>
        </p:grpSpPr>
        <p:sp>
          <p:nvSpPr>
            <p:cNvPr id="110" name="Google Shape;110;p2">
              <a:extLst>
                <a:ext uri="{FF2B5EF4-FFF2-40B4-BE49-F238E27FC236}">
                  <a16:creationId xmlns:a16="http://schemas.microsoft.com/office/drawing/2014/main" id="{F200C85B-40F7-B750-B23D-CEA4D129CED8}"/>
                </a:ext>
              </a:extLst>
            </p:cNvPr>
            <p:cNvSpPr/>
            <p:nvPr/>
          </p:nvSpPr>
          <p:spPr>
            <a:xfrm>
              <a:off x="0" y="164715"/>
              <a:ext cx="9144000" cy="632923"/>
            </a:xfrm>
            <a:prstGeom prst="rect">
              <a:avLst/>
            </a:prstGeom>
            <a:solidFill>
              <a:srgbClr val="013471"/>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7CD73ACB-E4B6-34D5-ECF4-EF80C07672D9}"/>
                </a:ext>
              </a:extLst>
            </p:cNvPr>
            <p:cNvSpPr/>
            <p:nvPr/>
          </p:nvSpPr>
          <p:spPr>
            <a:xfrm>
              <a:off x="8863353" y="162815"/>
              <a:ext cx="284400" cy="698303"/>
            </a:xfrm>
            <a:prstGeom prst="rect">
              <a:avLst/>
            </a:prstGeom>
            <a:solidFill>
              <a:schemeClr val="lt1">
                <a:alpha val="7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2" name="Google Shape;112;p2">
              <a:extLst>
                <a:ext uri="{FF2B5EF4-FFF2-40B4-BE49-F238E27FC236}">
                  <a16:creationId xmlns:a16="http://schemas.microsoft.com/office/drawing/2014/main" id="{26C53EFB-7173-01F7-97FB-0EA35818CA2E}"/>
                </a:ext>
              </a:extLst>
            </p:cNvPr>
            <p:cNvSpPr/>
            <p:nvPr/>
          </p:nvSpPr>
          <p:spPr>
            <a:xfrm>
              <a:off x="8578953" y="162814"/>
              <a:ext cx="284400" cy="698303"/>
            </a:xfrm>
            <a:prstGeom prst="rect">
              <a:avLst/>
            </a:prstGeom>
            <a:solidFill>
              <a:schemeClr val="lt1">
                <a:alpha val="43137"/>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3" name="Google Shape;113;p2">
              <a:extLst>
                <a:ext uri="{FF2B5EF4-FFF2-40B4-BE49-F238E27FC236}">
                  <a16:creationId xmlns:a16="http://schemas.microsoft.com/office/drawing/2014/main" id="{CF63EE8B-F246-5053-510D-17705AAC9B34}"/>
                </a:ext>
              </a:extLst>
            </p:cNvPr>
            <p:cNvSpPr/>
            <p:nvPr/>
          </p:nvSpPr>
          <p:spPr>
            <a:xfrm>
              <a:off x="8290800" y="164715"/>
              <a:ext cx="291906" cy="732497"/>
            </a:xfrm>
            <a:prstGeom prst="rect">
              <a:avLst/>
            </a:prstGeom>
            <a:solidFill>
              <a:schemeClr val="lt1">
                <a:alpha val="1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grpSp>
      <p:sp>
        <p:nvSpPr>
          <p:cNvPr id="114" name="Google Shape;114;p2">
            <a:extLst>
              <a:ext uri="{FF2B5EF4-FFF2-40B4-BE49-F238E27FC236}">
                <a16:creationId xmlns:a16="http://schemas.microsoft.com/office/drawing/2014/main" id="{D03BCED9-7C5A-396B-5B83-2D32786745F2}"/>
              </a:ext>
            </a:extLst>
          </p:cNvPr>
          <p:cNvSpPr txBox="1"/>
          <p:nvPr/>
        </p:nvSpPr>
        <p:spPr>
          <a:xfrm>
            <a:off x="114899" y="244717"/>
            <a:ext cx="10630131" cy="818800"/>
          </a:xfrm>
          <a:prstGeom prst="rect">
            <a:avLst/>
          </a:prstGeom>
          <a:noFill/>
          <a:ln>
            <a:noFill/>
          </a:ln>
        </p:spPr>
        <p:txBody>
          <a:bodyPr spcFirstLastPara="1" wrap="square" lIns="91433" tIns="91433" rIns="91433" bIns="91433" anchor="t" anchorCtr="0">
            <a:noAutofit/>
          </a:bodyPr>
          <a:lstStyle/>
          <a:p>
            <a:pPr>
              <a:buClr>
                <a:srgbClr val="000000"/>
              </a:buClr>
              <a:buSzPts val="3000"/>
            </a:pPr>
            <a:r>
              <a:rPr lang="en-US" sz="4000" b="1" dirty="0">
                <a:solidFill>
                  <a:srgbClr val="FFFFFF"/>
                </a:solidFill>
                <a:latin typeface="Rubik"/>
                <a:ea typeface="Rubik"/>
                <a:cs typeface="Rubik"/>
                <a:sym typeface="Rubik"/>
              </a:rPr>
              <a:t>ControllersGenerator.java</a:t>
            </a:r>
            <a:endParaRPr lang="he-IL" sz="4000" b="1" dirty="0">
              <a:solidFill>
                <a:srgbClr val="FFFFFF"/>
              </a:solidFill>
              <a:latin typeface="Rubik"/>
              <a:ea typeface="Rubik"/>
              <a:cs typeface="Rubik"/>
              <a:sym typeface="Rubik"/>
            </a:endParaRPr>
          </a:p>
        </p:txBody>
      </p:sp>
      <p:sp>
        <p:nvSpPr>
          <p:cNvPr id="3" name="Google Shape;118;p2">
            <a:extLst>
              <a:ext uri="{FF2B5EF4-FFF2-40B4-BE49-F238E27FC236}">
                <a16:creationId xmlns:a16="http://schemas.microsoft.com/office/drawing/2014/main" id="{4C5117D6-C2A9-644A-4742-3045EB3D9101}"/>
              </a:ext>
            </a:extLst>
          </p:cNvPr>
          <p:cNvSpPr txBox="1"/>
          <p:nvPr/>
        </p:nvSpPr>
        <p:spPr>
          <a:xfrm>
            <a:off x="474195" y="1300686"/>
            <a:ext cx="6662695" cy="5312597"/>
          </a:xfrm>
          <a:prstGeom prst="rect">
            <a:avLst/>
          </a:prstGeom>
          <a:noFill/>
          <a:ln>
            <a:noFill/>
          </a:ln>
        </p:spPr>
        <p:txBody>
          <a:bodyPr spcFirstLastPara="1" wrap="square" lIns="121900" tIns="121900" rIns="121900" bIns="121900" anchor="t" anchorCtr="0">
            <a:noAutofit/>
          </a:bodyPr>
          <a:lstStyle/>
          <a:p>
            <a:pPr>
              <a:lnSpc>
                <a:spcPct val="110000"/>
              </a:lnSpc>
            </a:pPr>
            <a:r>
              <a:rPr lang="en-US" sz="1400" b="1" dirty="0">
                <a:latin typeface="Rubik" pitchFamily="2" charset="-79"/>
                <a:cs typeface="Rubik" pitchFamily="2" charset="-79"/>
              </a:rPr>
              <a:t>Controller Initialization</a:t>
            </a:r>
          </a:p>
          <a:p>
            <a:pPr marL="0" lvl="1" indent="0">
              <a:lnSpc>
                <a:spcPct val="110000"/>
              </a:lnSpc>
              <a:buFont typeface="Arial" panose="020B0604020202020204" pitchFamily="34" charset="0"/>
              <a:buNone/>
            </a:pPr>
            <a:r>
              <a:rPr lang="en-US" sz="1400" dirty="0" err="1">
                <a:latin typeface="Rubik" pitchFamily="2" charset="-79"/>
                <a:cs typeface="Rubik" pitchFamily="2" charset="-79"/>
              </a:rPr>
              <a:t>ControllersGenerator</a:t>
            </a:r>
            <a:r>
              <a:rPr lang="en-US" sz="1400" dirty="0">
                <a:latin typeface="Rubik" pitchFamily="2" charset="-79"/>
                <a:cs typeface="Rubik" pitchFamily="2" charset="-79"/>
              </a:rPr>
              <a:t> initializes </a:t>
            </a:r>
            <a:r>
              <a:rPr lang="en-US" sz="1400" dirty="0" err="1">
                <a:latin typeface="Rubik" pitchFamily="2" charset="-79"/>
                <a:cs typeface="Rubik" pitchFamily="2" charset="-79"/>
              </a:rPr>
              <a:t>XboxController</a:t>
            </a:r>
            <a:r>
              <a:rPr lang="en-US" sz="1400" dirty="0">
                <a:latin typeface="Rubik" pitchFamily="2" charset="-79"/>
                <a:cs typeface="Rubik" pitchFamily="2" charset="-79"/>
              </a:rPr>
              <a:t> instances for both driver and operator roles to manage inputs effectively.</a:t>
            </a:r>
          </a:p>
          <a:p>
            <a:pPr>
              <a:lnSpc>
                <a:spcPct val="110000"/>
              </a:lnSpc>
              <a:spcBef>
                <a:spcPts val="2500"/>
              </a:spcBef>
            </a:pPr>
            <a:r>
              <a:rPr lang="en-US" sz="1400" b="1" dirty="0">
                <a:latin typeface="Rubik" pitchFamily="2" charset="-79"/>
                <a:cs typeface="Rubik" pitchFamily="2" charset="-79"/>
              </a:rPr>
              <a:t>Command Bindings</a:t>
            </a:r>
          </a:p>
          <a:p>
            <a:pPr marL="0" lvl="1" indent="0">
              <a:lnSpc>
                <a:spcPct val="110000"/>
              </a:lnSpc>
              <a:buFont typeface="Arial" panose="020B0604020202020204" pitchFamily="34" charset="0"/>
              <a:buNone/>
            </a:pPr>
            <a:r>
              <a:rPr lang="en-US" sz="1400" dirty="0">
                <a:latin typeface="Rubik" pitchFamily="2" charset="-79"/>
                <a:cs typeface="Rubik" pitchFamily="2" charset="-79"/>
              </a:rPr>
              <a:t>Configure bindings between controller buttons and commands, for example the start and B buttons are bound to commands such as </a:t>
            </a:r>
            <a:r>
              <a:rPr lang="en-US" sz="1400" dirty="0" err="1">
                <a:latin typeface="Rubik" pitchFamily="2" charset="-79"/>
                <a:cs typeface="Rubik" pitchFamily="2" charset="-79"/>
              </a:rPr>
              <a:t>ResetHeading</a:t>
            </a:r>
            <a:r>
              <a:rPr lang="en-US" sz="1400" dirty="0">
                <a:latin typeface="Rubik" pitchFamily="2" charset="-79"/>
                <a:cs typeface="Rubik" pitchFamily="2" charset="-79"/>
              </a:rPr>
              <a:t> and </a:t>
            </a:r>
            <a:r>
              <a:rPr lang="en-US" sz="1400" dirty="0" err="1">
                <a:latin typeface="Rubik" pitchFamily="2" charset="-79"/>
                <a:cs typeface="Rubik" pitchFamily="2" charset="-79"/>
              </a:rPr>
              <a:t>HardStop</a:t>
            </a:r>
            <a:r>
              <a:rPr lang="en-US" sz="1400" dirty="0">
                <a:latin typeface="Rubik" pitchFamily="2" charset="-79"/>
                <a:cs typeface="Rubik" pitchFamily="2" charset="-79"/>
              </a:rPr>
              <a:t> to control robot functions.</a:t>
            </a:r>
          </a:p>
          <a:p>
            <a:pPr>
              <a:lnSpc>
                <a:spcPct val="110000"/>
              </a:lnSpc>
              <a:spcBef>
                <a:spcPts val="2500"/>
              </a:spcBef>
            </a:pPr>
            <a:r>
              <a:rPr lang="en-US" sz="1400" b="1" dirty="0">
                <a:latin typeface="Rubik" pitchFamily="2" charset="-79"/>
                <a:cs typeface="Rubik" pitchFamily="2" charset="-79"/>
              </a:rPr>
              <a:t>Default Commands</a:t>
            </a:r>
          </a:p>
          <a:p>
            <a:pPr marL="0" lvl="1" indent="0">
              <a:lnSpc>
                <a:spcPct val="110000"/>
              </a:lnSpc>
              <a:buFont typeface="Arial" panose="020B0604020202020204" pitchFamily="34" charset="0"/>
              <a:buNone/>
            </a:pPr>
            <a:r>
              <a:rPr lang="en-US" sz="1400" dirty="0">
                <a:latin typeface="Rubik" pitchFamily="2" charset="-79"/>
                <a:cs typeface="Rubik" pitchFamily="2" charset="-79"/>
              </a:rPr>
              <a:t>Configure default commands to specific subsystems, for example the default driving command is set to be ‘</a:t>
            </a:r>
            <a:r>
              <a:rPr lang="en-US" sz="1400" dirty="0" err="1">
                <a:latin typeface="Rubik" pitchFamily="2" charset="-79"/>
                <a:cs typeface="Rubik" pitchFamily="2" charset="-79"/>
              </a:rPr>
              <a:t>ControllerDriveCommand</a:t>
            </a:r>
            <a:r>
              <a:rPr lang="en-US" sz="1400" dirty="0">
                <a:latin typeface="Rubik" pitchFamily="2" charset="-79"/>
                <a:cs typeface="Rubik" pitchFamily="2" charset="-79"/>
              </a:rPr>
              <a:t>’.</a:t>
            </a:r>
          </a:p>
          <a:p>
            <a:pPr>
              <a:lnSpc>
                <a:spcPct val="110000"/>
              </a:lnSpc>
              <a:spcBef>
                <a:spcPts val="2500"/>
              </a:spcBef>
            </a:pPr>
            <a:r>
              <a:rPr lang="en-US" sz="1400" b="1" dirty="0">
                <a:latin typeface="Rubik" pitchFamily="2" charset="-79"/>
                <a:cs typeface="Rubik" pitchFamily="2" charset="-79"/>
              </a:rPr>
              <a:t>Improved Code Organization</a:t>
            </a:r>
          </a:p>
          <a:p>
            <a:pPr marL="0" lvl="1" indent="0">
              <a:lnSpc>
                <a:spcPct val="110000"/>
              </a:lnSpc>
              <a:buFont typeface="Arial" panose="020B0604020202020204" pitchFamily="34" charset="0"/>
              <a:buNone/>
            </a:pPr>
            <a:r>
              <a:rPr lang="en-US" sz="1400" dirty="0">
                <a:latin typeface="Rubik" pitchFamily="2" charset="-79"/>
                <a:cs typeface="Rubik" pitchFamily="2" charset="-79"/>
              </a:rPr>
              <a:t>Separating controller logic into </a:t>
            </a:r>
            <a:r>
              <a:rPr lang="en-US" sz="1400" dirty="0" err="1">
                <a:latin typeface="Rubik" pitchFamily="2" charset="-79"/>
                <a:cs typeface="Rubik" pitchFamily="2" charset="-79"/>
              </a:rPr>
              <a:t>ControllersGenerator</a:t>
            </a:r>
            <a:r>
              <a:rPr lang="en-US" sz="1400" dirty="0">
                <a:latin typeface="Rubik" pitchFamily="2" charset="-79"/>
                <a:cs typeface="Rubik" pitchFamily="2" charset="-79"/>
              </a:rPr>
              <a:t> enhances code maintainability and ease of extension.</a:t>
            </a:r>
          </a:p>
        </p:txBody>
      </p:sp>
      <p:pic>
        <p:nvPicPr>
          <p:cNvPr id="9" name="Picture 8">
            <a:extLst>
              <a:ext uri="{FF2B5EF4-FFF2-40B4-BE49-F238E27FC236}">
                <a16:creationId xmlns:a16="http://schemas.microsoft.com/office/drawing/2014/main" id="{5C60A58C-8298-93DB-A152-5ECB558C6C94}"/>
              </a:ext>
            </a:extLst>
          </p:cNvPr>
          <p:cNvPicPr>
            <a:picLocks noChangeAspect="1"/>
          </p:cNvPicPr>
          <p:nvPr/>
        </p:nvPicPr>
        <p:blipFill>
          <a:blip r:embed="rId3"/>
          <a:stretch>
            <a:fillRect/>
          </a:stretch>
        </p:blipFill>
        <p:spPr>
          <a:xfrm>
            <a:off x="7231664" y="1126125"/>
            <a:ext cx="4775741" cy="5661717"/>
          </a:xfrm>
          <a:prstGeom prst="rect">
            <a:avLst/>
          </a:prstGeom>
        </p:spPr>
      </p:pic>
      <p:pic>
        <p:nvPicPr>
          <p:cNvPr id="2" name="Picture 1" descr="A blue and white swirly logo&#10;&#10;AI-generated content may be incorrect.">
            <a:extLst>
              <a:ext uri="{FF2B5EF4-FFF2-40B4-BE49-F238E27FC236}">
                <a16:creationId xmlns:a16="http://schemas.microsoft.com/office/drawing/2014/main" id="{05CF1F1C-2F9C-1DED-7D5B-D7BE4EC183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48103" y="6014103"/>
            <a:ext cx="843897" cy="843897"/>
          </a:xfrm>
          <a:prstGeom prst="rect">
            <a:avLst/>
          </a:prstGeom>
        </p:spPr>
      </p:pic>
    </p:spTree>
    <p:extLst>
      <p:ext uri="{BB962C8B-B14F-4D97-AF65-F5344CB8AC3E}">
        <p14:creationId xmlns:p14="http://schemas.microsoft.com/office/powerpoint/2010/main" val="1971221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64E3C26A-5115-591D-D74B-C823F7FA6693}"/>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688C35FD-9A0D-BFEF-1D31-7A99359079A6}"/>
              </a:ext>
            </a:extLst>
          </p:cNvPr>
          <p:cNvPicPr>
            <a:picLocks noChangeAspect="1"/>
          </p:cNvPicPr>
          <p:nvPr/>
        </p:nvPicPr>
        <p:blipFill>
          <a:blip r:embed="rId3"/>
          <a:stretch>
            <a:fillRect/>
          </a:stretch>
        </p:blipFill>
        <p:spPr>
          <a:xfrm>
            <a:off x="474196" y="3018410"/>
            <a:ext cx="4387744" cy="3788700"/>
          </a:xfrm>
          <a:prstGeom prst="rect">
            <a:avLst/>
          </a:prstGeom>
        </p:spPr>
      </p:pic>
      <p:grpSp>
        <p:nvGrpSpPr>
          <p:cNvPr id="4" name="Group 3">
            <a:extLst>
              <a:ext uri="{FF2B5EF4-FFF2-40B4-BE49-F238E27FC236}">
                <a16:creationId xmlns:a16="http://schemas.microsoft.com/office/drawing/2014/main" id="{7A9F8409-3095-123B-E98E-4D6D79151CE6}"/>
              </a:ext>
            </a:extLst>
          </p:cNvPr>
          <p:cNvGrpSpPr/>
          <p:nvPr/>
        </p:nvGrpSpPr>
        <p:grpSpPr>
          <a:xfrm>
            <a:off x="1" y="217085"/>
            <a:ext cx="12197004" cy="979197"/>
            <a:chOff x="0" y="162814"/>
            <a:chExt cx="9147753" cy="734398"/>
          </a:xfrm>
        </p:grpSpPr>
        <p:sp>
          <p:nvSpPr>
            <p:cNvPr id="110" name="Google Shape;110;p2">
              <a:extLst>
                <a:ext uri="{FF2B5EF4-FFF2-40B4-BE49-F238E27FC236}">
                  <a16:creationId xmlns:a16="http://schemas.microsoft.com/office/drawing/2014/main" id="{F1B1A3DB-E5B8-8F0F-801C-4E311BBB693A}"/>
                </a:ext>
              </a:extLst>
            </p:cNvPr>
            <p:cNvSpPr/>
            <p:nvPr/>
          </p:nvSpPr>
          <p:spPr>
            <a:xfrm>
              <a:off x="0" y="164715"/>
              <a:ext cx="9144000" cy="632923"/>
            </a:xfrm>
            <a:prstGeom prst="rect">
              <a:avLst/>
            </a:prstGeom>
            <a:solidFill>
              <a:srgbClr val="013471"/>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65AB0027-FBF3-4C90-F320-4D849866C31B}"/>
                </a:ext>
              </a:extLst>
            </p:cNvPr>
            <p:cNvSpPr/>
            <p:nvPr/>
          </p:nvSpPr>
          <p:spPr>
            <a:xfrm>
              <a:off x="8863353" y="162815"/>
              <a:ext cx="284400" cy="698303"/>
            </a:xfrm>
            <a:prstGeom prst="rect">
              <a:avLst/>
            </a:prstGeom>
            <a:solidFill>
              <a:schemeClr val="lt1">
                <a:alpha val="7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2" name="Google Shape;112;p2">
              <a:extLst>
                <a:ext uri="{FF2B5EF4-FFF2-40B4-BE49-F238E27FC236}">
                  <a16:creationId xmlns:a16="http://schemas.microsoft.com/office/drawing/2014/main" id="{99C11792-8D78-191C-39D5-920C64045C13}"/>
                </a:ext>
              </a:extLst>
            </p:cNvPr>
            <p:cNvSpPr/>
            <p:nvPr/>
          </p:nvSpPr>
          <p:spPr>
            <a:xfrm>
              <a:off x="8578953" y="162814"/>
              <a:ext cx="284400" cy="698303"/>
            </a:xfrm>
            <a:prstGeom prst="rect">
              <a:avLst/>
            </a:prstGeom>
            <a:solidFill>
              <a:schemeClr val="lt1">
                <a:alpha val="43137"/>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3" name="Google Shape;113;p2">
              <a:extLst>
                <a:ext uri="{FF2B5EF4-FFF2-40B4-BE49-F238E27FC236}">
                  <a16:creationId xmlns:a16="http://schemas.microsoft.com/office/drawing/2014/main" id="{764EF913-8A96-DFBC-4D44-F108190C81DB}"/>
                </a:ext>
              </a:extLst>
            </p:cNvPr>
            <p:cNvSpPr/>
            <p:nvPr/>
          </p:nvSpPr>
          <p:spPr>
            <a:xfrm>
              <a:off x="8290800" y="164715"/>
              <a:ext cx="291906" cy="732497"/>
            </a:xfrm>
            <a:prstGeom prst="rect">
              <a:avLst/>
            </a:prstGeom>
            <a:solidFill>
              <a:schemeClr val="lt1">
                <a:alpha val="1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grpSp>
      <p:sp>
        <p:nvSpPr>
          <p:cNvPr id="114" name="Google Shape;114;p2">
            <a:extLst>
              <a:ext uri="{FF2B5EF4-FFF2-40B4-BE49-F238E27FC236}">
                <a16:creationId xmlns:a16="http://schemas.microsoft.com/office/drawing/2014/main" id="{A70FE06E-843A-C89F-BF42-AEBEA2360FD1}"/>
              </a:ext>
            </a:extLst>
          </p:cNvPr>
          <p:cNvSpPr txBox="1"/>
          <p:nvPr/>
        </p:nvSpPr>
        <p:spPr>
          <a:xfrm>
            <a:off x="114899" y="244717"/>
            <a:ext cx="10630131" cy="818800"/>
          </a:xfrm>
          <a:prstGeom prst="rect">
            <a:avLst/>
          </a:prstGeom>
          <a:noFill/>
          <a:ln>
            <a:noFill/>
          </a:ln>
        </p:spPr>
        <p:txBody>
          <a:bodyPr spcFirstLastPara="1" wrap="square" lIns="91433" tIns="91433" rIns="91433" bIns="91433" anchor="t" anchorCtr="0">
            <a:noAutofit/>
          </a:bodyPr>
          <a:lstStyle/>
          <a:p>
            <a:pPr>
              <a:buClr>
                <a:srgbClr val="000000"/>
              </a:buClr>
              <a:buSzPts val="3000"/>
            </a:pPr>
            <a:r>
              <a:rPr lang="en-US" sz="4000" b="1" dirty="0">
                <a:solidFill>
                  <a:srgbClr val="FFFFFF"/>
                </a:solidFill>
                <a:latin typeface="Rubik"/>
                <a:ea typeface="Rubik"/>
                <a:cs typeface="Rubik"/>
                <a:sym typeface="Rubik"/>
              </a:rPr>
              <a:t>IDynamicAuto.java</a:t>
            </a:r>
            <a:endParaRPr lang="he-IL" sz="4000" b="1" dirty="0">
              <a:solidFill>
                <a:srgbClr val="FFFFFF"/>
              </a:solidFill>
              <a:latin typeface="Rubik"/>
              <a:ea typeface="Rubik"/>
              <a:cs typeface="Rubik"/>
              <a:sym typeface="Rubik"/>
            </a:endParaRPr>
          </a:p>
        </p:txBody>
      </p:sp>
      <p:sp>
        <p:nvSpPr>
          <p:cNvPr id="3" name="Google Shape;118;p2">
            <a:extLst>
              <a:ext uri="{FF2B5EF4-FFF2-40B4-BE49-F238E27FC236}">
                <a16:creationId xmlns:a16="http://schemas.microsoft.com/office/drawing/2014/main" id="{3384F17F-4A33-529F-DDD6-BA00827C0B9A}"/>
              </a:ext>
            </a:extLst>
          </p:cNvPr>
          <p:cNvSpPr txBox="1"/>
          <p:nvPr/>
        </p:nvSpPr>
        <p:spPr>
          <a:xfrm>
            <a:off x="474196" y="1300686"/>
            <a:ext cx="6050358" cy="1576511"/>
          </a:xfrm>
          <a:prstGeom prst="rect">
            <a:avLst/>
          </a:prstGeom>
          <a:noFill/>
          <a:ln>
            <a:noFill/>
          </a:ln>
        </p:spPr>
        <p:txBody>
          <a:bodyPr spcFirstLastPara="1" wrap="square" lIns="121900" tIns="121900" rIns="121900" bIns="121900" anchor="t" anchorCtr="0">
            <a:noAutofit/>
          </a:bodyPr>
          <a:lstStyle/>
          <a:p>
            <a:pPr>
              <a:lnSpc>
                <a:spcPct val="110000"/>
              </a:lnSpc>
            </a:pPr>
            <a:r>
              <a:rPr lang="en-US" sz="1400" b="1" dirty="0">
                <a:latin typeface="Rubik" pitchFamily="2" charset="-79"/>
                <a:cs typeface="Rubik" pitchFamily="2" charset="-79"/>
              </a:rPr>
              <a:t>Base template</a:t>
            </a:r>
          </a:p>
          <a:p>
            <a:pPr marL="0" lvl="1" indent="0">
              <a:lnSpc>
                <a:spcPct val="110000"/>
              </a:lnSpc>
              <a:buFont typeface="Arial" panose="020B0604020202020204" pitchFamily="34" charset="0"/>
              <a:buNone/>
            </a:pPr>
            <a:r>
              <a:rPr lang="en-US" sz="1400" dirty="0" err="1">
                <a:latin typeface="Rubik" pitchFamily="2" charset="-79"/>
                <a:cs typeface="Rubik" pitchFamily="2" charset="-79"/>
              </a:rPr>
              <a:t>IDynamicAuto</a:t>
            </a:r>
            <a:r>
              <a:rPr lang="en-US" sz="1400" dirty="0">
                <a:latin typeface="Rubik" pitchFamily="2" charset="-79"/>
                <a:cs typeface="Rubik" pitchFamily="2" charset="-79"/>
              </a:rPr>
              <a:t> provides a base template that all auto commands should follow, every auto command is a sequential command group that is ran during the autonomous period. The name provided inside the “</a:t>
            </a:r>
            <a:r>
              <a:rPr lang="en-US" sz="1400" dirty="0" err="1">
                <a:latin typeface="Rubik" pitchFamily="2" charset="-79"/>
                <a:cs typeface="Rubik" pitchFamily="2" charset="-79"/>
              </a:rPr>
              <a:t>getName</a:t>
            </a:r>
            <a:r>
              <a:rPr lang="en-US" sz="1400" dirty="0">
                <a:latin typeface="Rubik" pitchFamily="2" charset="-79"/>
                <a:cs typeface="Rubik" pitchFamily="2" charset="-79"/>
              </a:rPr>
              <a:t>” function is what will be displayed inside the shuffleboard selector.</a:t>
            </a:r>
          </a:p>
        </p:txBody>
      </p:sp>
      <p:pic>
        <p:nvPicPr>
          <p:cNvPr id="6" name="Picture 5">
            <a:extLst>
              <a:ext uri="{FF2B5EF4-FFF2-40B4-BE49-F238E27FC236}">
                <a16:creationId xmlns:a16="http://schemas.microsoft.com/office/drawing/2014/main" id="{C9FD6449-F06F-6921-1A3F-355FA00FB2DA}"/>
              </a:ext>
            </a:extLst>
          </p:cNvPr>
          <p:cNvPicPr>
            <a:picLocks noChangeAspect="1"/>
          </p:cNvPicPr>
          <p:nvPr/>
        </p:nvPicPr>
        <p:blipFill>
          <a:blip r:embed="rId4"/>
          <a:stretch>
            <a:fillRect/>
          </a:stretch>
        </p:blipFill>
        <p:spPr>
          <a:xfrm>
            <a:off x="6637557" y="1441899"/>
            <a:ext cx="5209878" cy="1576511"/>
          </a:xfrm>
          <a:prstGeom prst="rect">
            <a:avLst/>
          </a:prstGeom>
        </p:spPr>
      </p:pic>
      <p:pic>
        <p:nvPicPr>
          <p:cNvPr id="2" name="Picture 1" descr="A blue and white swirly logo&#10;&#10;AI-generated content may be incorrect.">
            <a:extLst>
              <a:ext uri="{FF2B5EF4-FFF2-40B4-BE49-F238E27FC236}">
                <a16:creationId xmlns:a16="http://schemas.microsoft.com/office/drawing/2014/main" id="{CB1AC0EC-54A2-047C-7F8B-9D025E59861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48103" y="6014103"/>
            <a:ext cx="843897" cy="843897"/>
          </a:xfrm>
          <a:prstGeom prst="rect">
            <a:avLst/>
          </a:prstGeom>
        </p:spPr>
      </p:pic>
    </p:spTree>
    <p:extLst>
      <p:ext uri="{BB962C8B-B14F-4D97-AF65-F5344CB8AC3E}">
        <p14:creationId xmlns:p14="http://schemas.microsoft.com/office/powerpoint/2010/main" val="3811418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D6C85D87-EEDD-9A2F-6179-7CA9B8C2A5D5}"/>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8EA54C37-7CA0-6006-9C04-F80389833088}"/>
              </a:ext>
            </a:extLst>
          </p:cNvPr>
          <p:cNvGrpSpPr/>
          <p:nvPr/>
        </p:nvGrpSpPr>
        <p:grpSpPr>
          <a:xfrm>
            <a:off x="1" y="217085"/>
            <a:ext cx="12197004" cy="979197"/>
            <a:chOff x="0" y="162814"/>
            <a:chExt cx="9147753" cy="734398"/>
          </a:xfrm>
        </p:grpSpPr>
        <p:sp>
          <p:nvSpPr>
            <p:cNvPr id="110" name="Google Shape;110;p2">
              <a:extLst>
                <a:ext uri="{FF2B5EF4-FFF2-40B4-BE49-F238E27FC236}">
                  <a16:creationId xmlns:a16="http://schemas.microsoft.com/office/drawing/2014/main" id="{7F434ACC-8485-2BF0-A7E4-DF62AF486B53}"/>
                </a:ext>
              </a:extLst>
            </p:cNvPr>
            <p:cNvSpPr/>
            <p:nvPr/>
          </p:nvSpPr>
          <p:spPr>
            <a:xfrm>
              <a:off x="0" y="164715"/>
              <a:ext cx="9144000" cy="632923"/>
            </a:xfrm>
            <a:prstGeom prst="rect">
              <a:avLst/>
            </a:prstGeom>
            <a:solidFill>
              <a:srgbClr val="013471"/>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8F7DE5E5-5840-A64A-8773-2484E7306B77}"/>
                </a:ext>
              </a:extLst>
            </p:cNvPr>
            <p:cNvSpPr/>
            <p:nvPr/>
          </p:nvSpPr>
          <p:spPr>
            <a:xfrm>
              <a:off x="8863353" y="162815"/>
              <a:ext cx="284400" cy="698303"/>
            </a:xfrm>
            <a:prstGeom prst="rect">
              <a:avLst/>
            </a:prstGeom>
            <a:solidFill>
              <a:schemeClr val="lt1">
                <a:alpha val="7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2" name="Google Shape;112;p2">
              <a:extLst>
                <a:ext uri="{FF2B5EF4-FFF2-40B4-BE49-F238E27FC236}">
                  <a16:creationId xmlns:a16="http://schemas.microsoft.com/office/drawing/2014/main" id="{B24BADA2-04BE-4D94-9431-79D4D232D08F}"/>
                </a:ext>
              </a:extLst>
            </p:cNvPr>
            <p:cNvSpPr/>
            <p:nvPr/>
          </p:nvSpPr>
          <p:spPr>
            <a:xfrm>
              <a:off x="8578953" y="162814"/>
              <a:ext cx="284400" cy="698303"/>
            </a:xfrm>
            <a:prstGeom prst="rect">
              <a:avLst/>
            </a:prstGeom>
            <a:solidFill>
              <a:schemeClr val="lt1">
                <a:alpha val="43137"/>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3" name="Google Shape;113;p2">
              <a:extLst>
                <a:ext uri="{FF2B5EF4-FFF2-40B4-BE49-F238E27FC236}">
                  <a16:creationId xmlns:a16="http://schemas.microsoft.com/office/drawing/2014/main" id="{C8E4A926-DAFB-F376-5DBB-EF30F1879989}"/>
                </a:ext>
              </a:extLst>
            </p:cNvPr>
            <p:cNvSpPr/>
            <p:nvPr/>
          </p:nvSpPr>
          <p:spPr>
            <a:xfrm>
              <a:off x="8290800" y="164715"/>
              <a:ext cx="291906" cy="732497"/>
            </a:xfrm>
            <a:prstGeom prst="rect">
              <a:avLst/>
            </a:prstGeom>
            <a:solidFill>
              <a:schemeClr val="lt1">
                <a:alpha val="1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grpSp>
      <p:sp>
        <p:nvSpPr>
          <p:cNvPr id="114" name="Google Shape;114;p2">
            <a:extLst>
              <a:ext uri="{FF2B5EF4-FFF2-40B4-BE49-F238E27FC236}">
                <a16:creationId xmlns:a16="http://schemas.microsoft.com/office/drawing/2014/main" id="{ABE9ED91-35F1-6138-5D2B-026487B25ED2}"/>
              </a:ext>
            </a:extLst>
          </p:cNvPr>
          <p:cNvSpPr txBox="1"/>
          <p:nvPr/>
        </p:nvSpPr>
        <p:spPr>
          <a:xfrm>
            <a:off x="114899" y="244717"/>
            <a:ext cx="10630131" cy="818800"/>
          </a:xfrm>
          <a:prstGeom prst="rect">
            <a:avLst/>
          </a:prstGeom>
          <a:noFill/>
          <a:ln>
            <a:noFill/>
          </a:ln>
        </p:spPr>
        <p:txBody>
          <a:bodyPr spcFirstLastPara="1" wrap="square" lIns="91433" tIns="91433" rIns="91433" bIns="91433" anchor="t" anchorCtr="0">
            <a:noAutofit/>
          </a:bodyPr>
          <a:lstStyle/>
          <a:p>
            <a:pPr>
              <a:buClr>
                <a:srgbClr val="000000"/>
              </a:buClr>
              <a:buSzPts val="3000"/>
            </a:pPr>
            <a:r>
              <a:rPr lang="en-US" sz="4000" b="1" dirty="0">
                <a:solidFill>
                  <a:srgbClr val="FFFFFF"/>
                </a:solidFill>
                <a:latin typeface="Rubik"/>
                <a:ea typeface="Rubik"/>
                <a:cs typeface="Rubik"/>
                <a:sym typeface="Rubik"/>
              </a:rPr>
              <a:t>DynamicAutoSupplier.java</a:t>
            </a:r>
            <a:endParaRPr lang="he-IL" sz="4000" b="1" dirty="0">
              <a:solidFill>
                <a:srgbClr val="FFFFFF"/>
              </a:solidFill>
              <a:latin typeface="Rubik"/>
              <a:ea typeface="Rubik"/>
              <a:cs typeface="Rubik"/>
              <a:sym typeface="Rubik"/>
            </a:endParaRPr>
          </a:p>
        </p:txBody>
      </p:sp>
      <p:sp>
        <p:nvSpPr>
          <p:cNvPr id="3" name="Google Shape;118;p2">
            <a:extLst>
              <a:ext uri="{FF2B5EF4-FFF2-40B4-BE49-F238E27FC236}">
                <a16:creationId xmlns:a16="http://schemas.microsoft.com/office/drawing/2014/main" id="{0E6CC63C-0FA9-66F5-E65B-DEA8CE90A63B}"/>
              </a:ext>
            </a:extLst>
          </p:cNvPr>
          <p:cNvSpPr txBox="1"/>
          <p:nvPr/>
        </p:nvSpPr>
        <p:spPr>
          <a:xfrm>
            <a:off x="474196" y="1300687"/>
            <a:ext cx="6050358" cy="2219410"/>
          </a:xfrm>
          <a:prstGeom prst="rect">
            <a:avLst/>
          </a:prstGeom>
          <a:noFill/>
          <a:ln>
            <a:noFill/>
          </a:ln>
        </p:spPr>
        <p:txBody>
          <a:bodyPr spcFirstLastPara="1" wrap="square" lIns="121900" tIns="121900" rIns="121900" bIns="121900" anchor="t" anchorCtr="0">
            <a:noAutofit/>
          </a:bodyPr>
          <a:lstStyle/>
          <a:p>
            <a:pPr>
              <a:lnSpc>
                <a:spcPct val="110000"/>
              </a:lnSpc>
            </a:pPr>
            <a:r>
              <a:rPr lang="en-US" sz="1400" b="1" dirty="0">
                <a:latin typeface="Rubik" pitchFamily="2" charset="-79"/>
                <a:cs typeface="Rubik" pitchFamily="2" charset="-79"/>
              </a:rPr>
              <a:t>Store Object</a:t>
            </a:r>
          </a:p>
          <a:p>
            <a:pPr marL="0" lvl="1" indent="0">
              <a:lnSpc>
                <a:spcPct val="110000"/>
              </a:lnSpc>
              <a:buFont typeface="Arial" panose="020B0604020202020204" pitchFamily="34" charset="0"/>
              <a:buNone/>
            </a:pPr>
            <a:r>
              <a:rPr lang="en-US" sz="1400" dirty="0">
                <a:latin typeface="Rubik" pitchFamily="2" charset="-79"/>
                <a:cs typeface="Rubik" pitchFamily="2" charset="-79"/>
              </a:rPr>
              <a:t>Provides an easy-to-use class to store different autonomous commands, used inside the ‘AutoManager.java’ class</a:t>
            </a:r>
          </a:p>
        </p:txBody>
      </p:sp>
      <p:pic>
        <p:nvPicPr>
          <p:cNvPr id="2" name="Picture 1" descr="A blue and white swirly logo&#10;&#10;AI-generated content may be incorrect.">
            <a:extLst>
              <a:ext uri="{FF2B5EF4-FFF2-40B4-BE49-F238E27FC236}">
                <a16:creationId xmlns:a16="http://schemas.microsoft.com/office/drawing/2014/main" id="{A55B5826-F18E-32D4-F794-E15B6E1A0D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8103" y="6014103"/>
            <a:ext cx="843897" cy="843897"/>
          </a:xfrm>
          <a:prstGeom prst="rect">
            <a:avLst/>
          </a:prstGeom>
        </p:spPr>
      </p:pic>
      <p:pic>
        <p:nvPicPr>
          <p:cNvPr id="7" name="Picture 6">
            <a:extLst>
              <a:ext uri="{FF2B5EF4-FFF2-40B4-BE49-F238E27FC236}">
                <a16:creationId xmlns:a16="http://schemas.microsoft.com/office/drawing/2014/main" id="{A87F9524-BA8E-609F-D638-233B63FB3892}"/>
              </a:ext>
            </a:extLst>
          </p:cNvPr>
          <p:cNvPicPr>
            <a:picLocks noChangeAspect="1"/>
          </p:cNvPicPr>
          <p:nvPr/>
        </p:nvPicPr>
        <p:blipFill>
          <a:blip r:embed="rId4"/>
          <a:stretch>
            <a:fillRect/>
          </a:stretch>
        </p:blipFill>
        <p:spPr>
          <a:xfrm>
            <a:off x="6484337" y="1300686"/>
            <a:ext cx="5523068" cy="2542094"/>
          </a:xfrm>
          <a:prstGeom prst="rect">
            <a:avLst/>
          </a:prstGeom>
        </p:spPr>
      </p:pic>
      <p:pic>
        <p:nvPicPr>
          <p:cNvPr id="9" name="Picture 8">
            <a:extLst>
              <a:ext uri="{FF2B5EF4-FFF2-40B4-BE49-F238E27FC236}">
                <a16:creationId xmlns:a16="http://schemas.microsoft.com/office/drawing/2014/main" id="{5387586C-B7C0-D151-B564-92F79D62C67E}"/>
              </a:ext>
            </a:extLst>
          </p:cNvPr>
          <p:cNvPicPr>
            <a:picLocks noChangeAspect="1"/>
          </p:cNvPicPr>
          <p:nvPr/>
        </p:nvPicPr>
        <p:blipFill>
          <a:blip r:embed="rId5"/>
          <a:stretch>
            <a:fillRect/>
          </a:stretch>
        </p:blipFill>
        <p:spPr>
          <a:xfrm>
            <a:off x="474196" y="5335746"/>
            <a:ext cx="2505968" cy="993148"/>
          </a:xfrm>
          <a:prstGeom prst="rect">
            <a:avLst/>
          </a:prstGeom>
        </p:spPr>
      </p:pic>
      <p:pic>
        <p:nvPicPr>
          <p:cNvPr id="11" name="Picture 10">
            <a:extLst>
              <a:ext uri="{FF2B5EF4-FFF2-40B4-BE49-F238E27FC236}">
                <a16:creationId xmlns:a16="http://schemas.microsoft.com/office/drawing/2014/main" id="{9AED1626-2BEE-605F-22E7-E0652D01F22D}"/>
              </a:ext>
            </a:extLst>
          </p:cNvPr>
          <p:cNvPicPr>
            <a:picLocks noChangeAspect="1"/>
          </p:cNvPicPr>
          <p:nvPr/>
        </p:nvPicPr>
        <p:blipFill>
          <a:blip r:embed="rId6"/>
          <a:stretch>
            <a:fillRect/>
          </a:stretch>
        </p:blipFill>
        <p:spPr>
          <a:xfrm>
            <a:off x="474194" y="4276247"/>
            <a:ext cx="5973419" cy="700792"/>
          </a:xfrm>
          <a:prstGeom prst="rect">
            <a:avLst/>
          </a:prstGeom>
        </p:spPr>
      </p:pic>
      <p:cxnSp>
        <p:nvCxnSpPr>
          <p:cNvPr id="13" name="Straight Connector 12">
            <a:extLst>
              <a:ext uri="{FF2B5EF4-FFF2-40B4-BE49-F238E27FC236}">
                <a16:creationId xmlns:a16="http://schemas.microsoft.com/office/drawing/2014/main" id="{4EBE43E5-34CB-211F-BDF9-E785DCBE6CDF}"/>
              </a:ext>
            </a:extLst>
          </p:cNvPr>
          <p:cNvCxnSpPr/>
          <p:nvPr/>
        </p:nvCxnSpPr>
        <p:spPr>
          <a:xfrm>
            <a:off x="474195" y="5156392"/>
            <a:ext cx="5973419"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248874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15729473-7E4A-9CDA-9139-95C5A743CC1C}"/>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AAC2BB30-5636-DCBF-3757-ADFCEEFABBCA}"/>
              </a:ext>
            </a:extLst>
          </p:cNvPr>
          <p:cNvGrpSpPr/>
          <p:nvPr/>
        </p:nvGrpSpPr>
        <p:grpSpPr>
          <a:xfrm>
            <a:off x="1" y="217085"/>
            <a:ext cx="12197004" cy="979197"/>
            <a:chOff x="0" y="162814"/>
            <a:chExt cx="9147753" cy="734398"/>
          </a:xfrm>
        </p:grpSpPr>
        <p:sp>
          <p:nvSpPr>
            <p:cNvPr id="110" name="Google Shape;110;p2">
              <a:extLst>
                <a:ext uri="{FF2B5EF4-FFF2-40B4-BE49-F238E27FC236}">
                  <a16:creationId xmlns:a16="http://schemas.microsoft.com/office/drawing/2014/main" id="{A3930334-CBED-E92B-4892-7E68AA0CDCC0}"/>
                </a:ext>
              </a:extLst>
            </p:cNvPr>
            <p:cNvSpPr/>
            <p:nvPr/>
          </p:nvSpPr>
          <p:spPr>
            <a:xfrm>
              <a:off x="0" y="164715"/>
              <a:ext cx="9144000" cy="632923"/>
            </a:xfrm>
            <a:prstGeom prst="rect">
              <a:avLst/>
            </a:prstGeom>
            <a:solidFill>
              <a:srgbClr val="013471"/>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110606B4-368A-1C4C-1A2D-B42CE4E5D3CE}"/>
                </a:ext>
              </a:extLst>
            </p:cNvPr>
            <p:cNvSpPr/>
            <p:nvPr/>
          </p:nvSpPr>
          <p:spPr>
            <a:xfrm>
              <a:off x="8863353" y="162815"/>
              <a:ext cx="284400" cy="698303"/>
            </a:xfrm>
            <a:prstGeom prst="rect">
              <a:avLst/>
            </a:prstGeom>
            <a:solidFill>
              <a:schemeClr val="lt1">
                <a:alpha val="7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2" name="Google Shape;112;p2">
              <a:extLst>
                <a:ext uri="{FF2B5EF4-FFF2-40B4-BE49-F238E27FC236}">
                  <a16:creationId xmlns:a16="http://schemas.microsoft.com/office/drawing/2014/main" id="{1B93EB30-EE6D-70E2-6DCF-DE2DF76F6BB1}"/>
                </a:ext>
              </a:extLst>
            </p:cNvPr>
            <p:cNvSpPr/>
            <p:nvPr/>
          </p:nvSpPr>
          <p:spPr>
            <a:xfrm>
              <a:off x="8578953" y="162814"/>
              <a:ext cx="284400" cy="698303"/>
            </a:xfrm>
            <a:prstGeom prst="rect">
              <a:avLst/>
            </a:prstGeom>
            <a:solidFill>
              <a:schemeClr val="lt1">
                <a:alpha val="43137"/>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3" name="Google Shape;113;p2">
              <a:extLst>
                <a:ext uri="{FF2B5EF4-FFF2-40B4-BE49-F238E27FC236}">
                  <a16:creationId xmlns:a16="http://schemas.microsoft.com/office/drawing/2014/main" id="{53607F64-7F56-9B72-CB4D-338C9A225A87}"/>
                </a:ext>
              </a:extLst>
            </p:cNvPr>
            <p:cNvSpPr/>
            <p:nvPr/>
          </p:nvSpPr>
          <p:spPr>
            <a:xfrm>
              <a:off x="8290800" y="164715"/>
              <a:ext cx="291906" cy="732497"/>
            </a:xfrm>
            <a:prstGeom prst="rect">
              <a:avLst/>
            </a:prstGeom>
            <a:solidFill>
              <a:schemeClr val="lt1">
                <a:alpha val="1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grpSp>
      <p:sp>
        <p:nvSpPr>
          <p:cNvPr id="114" name="Google Shape;114;p2">
            <a:extLst>
              <a:ext uri="{FF2B5EF4-FFF2-40B4-BE49-F238E27FC236}">
                <a16:creationId xmlns:a16="http://schemas.microsoft.com/office/drawing/2014/main" id="{F725CD39-2F2D-74C5-E3DF-D9E8A507721A}"/>
              </a:ext>
            </a:extLst>
          </p:cNvPr>
          <p:cNvSpPr txBox="1"/>
          <p:nvPr/>
        </p:nvSpPr>
        <p:spPr>
          <a:xfrm>
            <a:off x="114899" y="244717"/>
            <a:ext cx="10630131" cy="818800"/>
          </a:xfrm>
          <a:prstGeom prst="rect">
            <a:avLst/>
          </a:prstGeom>
          <a:noFill/>
          <a:ln>
            <a:noFill/>
          </a:ln>
        </p:spPr>
        <p:txBody>
          <a:bodyPr spcFirstLastPara="1" wrap="square" lIns="91433" tIns="91433" rIns="91433" bIns="91433" anchor="t" anchorCtr="0">
            <a:noAutofit/>
          </a:bodyPr>
          <a:lstStyle/>
          <a:p>
            <a:pPr>
              <a:buClr>
                <a:srgbClr val="000000"/>
              </a:buClr>
              <a:buSzPts val="3000"/>
            </a:pPr>
            <a:r>
              <a:rPr lang="en-US" sz="4000" b="1" dirty="0">
                <a:solidFill>
                  <a:srgbClr val="FFFFFF"/>
                </a:solidFill>
                <a:latin typeface="Rubik"/>
                <a:ea typeface="Rubik"/>
                <a:cs typeface="Rubik"/>
                <a:sym typeface="Rubik"/>
              </a:rPr>
              <a:t>AutoManager.java</a:t>
            </a:r>
            <a:endParaRPr lang="he-IL" sz="4000" b="1" dirty="0">
              <a:solidFill>
                <a:srgbClr val="FFFFFF"/>
              </a:solidFill>
              <a:latin typeface="Rubik"/>
              <a:ea typeface="Rubik"/>
              <a:cs typeface="Rubik"/>
              <a:sym typeface="Rubik"/>
            </a:endParaRPr>
          </a:p>
        </p:txBody>
      </p:sp>
      <p:sp>
        <p:nvSpPr>
          <p:cNvPr id="3" name="Google Shape;118;p2">
            <a:extLst>
              <a:ext uri="{FF2B5EF4-FFF2-40B4-BE49-F238E27FC236}">
                <a16:creationId xmlns:a16="http://schemas.microsoft.com/office/drawing/2014/main" id="{1973C407-E0CB-E05C-63D6-9EDFF62A65EF}"/>
              </a:ext>
            </a:extLst>
          </p:cNvPr>
          <p:cNvSpPr txBox="1"/>
          <p:nvPr/>
        </p:nvSpPr>
        <p:spPr>
          <a:xfrm>
            <a:off x="474196" y="1300686"/>
            <a:ext cx="6050358" cy="4831981"/>
          </a:xfrm>
          <a:prstGeom prst="rect">
            <a:avLst/>
          </a:prstGeom>
          <a:noFill/>
          <a:ln>
            <a:noFill/>
          </a:ln>
        </p:spPr>
        <p:txBody>
          <a:bodyPr spcFirstLastPara="1" wrap="square" lIns="121900" tIns="121900" rIns="121900" bIns="121900" anchor="t" anchorCtr="0">
            <a:noAutofit/>
          </a:bodyPr>
          <a:lstStyle/>
          <a:p>
            <a:pPr>
              <a:lnSpc>
                <a:spcPct val="110000"/>
              </a:lnSpc>
            </a:pPr>
            <a:r>
              <a:rPr lang="en-US" sz="1400" b="1" dirty="0">
                <a:latin typeface="Rubik" pitchFamily="2" charset="-79"/>
                <a:cs typeface="Rubik" pitchFamily="2" charset="-79"/>
              </a:rPr>
              <a:t>Autonomous Command Selection​</a:t>
            </a:r>
          </a:p>
          <a:p>
            <a:pPr>
              <a:lnSpc>
                <a:spcPct val="110000"/>
              </a:lnSpc>
            </a:pPr>
            <a:r>
              <a:rPr lang="en-US" sz="1400" dirty="0" err="1">
                <a:latin typeface="Rubik" pitchFamily="2" charset="-79"/>
                <a:cs typeface="Rubik" pitchFamily="2" charset="-79"/>
              </a:rPr>
              <a:t>AutoManager</a:t>
            </a:r>
            <a:r>
              <a:rPr lang="en-US" sz="1400" dirty="0">
                <a:latin typeface="Rubik" pitchFamily="2" charset="-79"/>
                <a:cs typeface="Rubik" pitchFamily="2" charset="-79"/>
              </a:rPr>
              <a:t> dynamically selects autonomous commands based on alliance color and match conditions.​</a:t>
            </a:r>
            <a:endParaRPr lang="en-US" sz="1400" b="1" dirty="0">
              <a:latin typeface="Rubik" pitchFamily="2" charset="-79"/>
              <a:cs typeface="Rubik" pitchFamily="2" charset="-79"/>
            </a:endParaRPr>
          </a:p>
          <a:p>
            <a:pPr>
              <a:lnSpc>
                <a:spcPct val="110000"/>
              </a:lnSpc>
              <a:spcBef>
                <a:spcPts val="2500"/>
              </a:spcBef>
            </a:pPr>
            <a:r>
              <a:rPr lang="en-US" sz="1400" b="1" dirty="0">
                <a:latin typeface="Rubik" pitchFamily="2" charset="-79"/>
                <a:cs typeface="Rubik" pitchFamily="2" charset="-79"/>
              </a:rPr>
              <a:t>Integration with </a:t>
            </a:r>
            <a:r>
              <a:rPr lang="en-US" sz="1400" b="1" dirty="0" err="1">
                <a:latin typeface="Rubik" pitchFamily="2" charset="-79"/>
                <a:cs typeface="Rubik" pitchFamily="2" charset="-79"/>
              </a:rPr>
              <a:t>SendableChooser</a:t>
            </a:r>
            <a:r>
              <a:rPr lang="en-US" sz="1400" b="1" dirty="0">
                <a:latin typeface="Rubik" pitchFamily="2" charset="-79"/>
                <a:cs typeface="Rubik" pitchFamily="2" charset="-79"/>
              </a:rPr>
              <a:t>​</a:t>
            </a:r>
          </a:p>
          <a:p>
            <a:pPr>
              <a:lnSpc>
                <a:spcPct val="110000"/>
              </a:lnSpc>
            </a:pPr>
            <a:r>
              <a:rPr lang="en-US" sz="1400" dirty="0">
                <a:latin typeface="Rubik" pitchFamily="2" charset="-79"/>
                <a:cs typeface="Rubik" pitchFamily="2" charset="-79"/>
              </a:rPr>
              <a:t>Extends </a:t>
            </a:r>
            <a:r>
              <a:rPr lang="en-US" sz="1400" dirty="0" err="1">
                <a:latin typeface="Rubik" pitchFamily="2" charset="-79"/>
                <a:cs typeface="Rubik" pitchFamily="2" charset="-79"/>
              </a:rPr>
              <a:t>SendableChooser</a:t>
            </a:r>
            <a:r>
              <a:rPr lang="en-US" sz="1400" dirty="0">
                <a:latin typeface="Rubik" pitchFamily="2" charset="-79"/>
                <a:cs typeface="Rubik" pitchFamily="2" charset="-79"/>
              </a:rPr>
              <a:t> to enable flexible routine selection and updates commands when alliance changes.​</a:t>
            </a:r>
            <a:endParaRPr lang="en-US" sz="1400" b="1" dirty="0">
              <a:latin typeface="Rubik" pitchFamily="2" charset="-79"/>
              <a:cs typeface="Rubik" pitchFamily="2" charset="-79"/>
            </a:endParaRPr>
          </a:p>
          <a:p>
            <a:pPr>
              <a:lnSpc>
                <a:spcPct val="110000"/>
              </a:lnSpc>
              <a:spcBef>
                <a:spcPts val="2500"/>
              </a:spcBef>
            </a:pPr>
            <a:r>
              <a:rPr lang="en-US" sz="1400" b="1" dirty="0">
                <a:latin typeface="Rubik" pitchFamily="2" charset="-79"/>
                <a:cs typeface="Rubik" pitchFamily="2" charset="-79"/>
              </a:rPr>
              <a:t>Shuffleboard Publishing​</a:t>
            </a:r>
          </a:p>
          <a:p>
            <a:pPr>
              <a:lnSpc>
                <a:spcPct val="110000"/>
              </a:lnSpc>
            </a:pPr>
            <a:r>
              <a:rPr lang="en-US" sz="1400" dirty="0">
                <a:latin typeface="Rubik" pitchFamily="2" charset="-79"/>
                <a:cs typeface="Rubik" pitchFamily="2" charset="-79"/>
              </a:rPr>
              <a:t>Publishes chooser elements to Shuffleboard Autonomous tab for easy user interaction and command management.​</a:t>
            </a:r>
            <a:endParaRPr lang="en-US" sz="1400" b="1" dirty="0">
              <a:latin typeface="Rubik" pitchFamily="2" charset="-79"/>
              <a:cs typeface="Rubik" pitchFamily="2" charset="-79"/>
            </a:endParaRPr>
          </a:p>
          <a:p>
            <a:pPr>
              <a:lnSpc>
                <a:spcPct val="110000"/>
              </a:lnSpc>
              <a:spcBef>
                <a:spcPts val="2500"/>
              </a:spcBef>
            </a:pPr>
            <a:r>
              <a:rPr lang="en-US" sz="1400" b="1" dirty="0">
                <a:latin typeface="Rubik" pitchFamily="2" charset="-79"/>
                <a:cs typeface="Rubik" pitchFamily="2" charset="-79"/>
              </a:rPr>
              <a:t>Dynamic Autonomous Behavior​</a:t>
            </a:r>
          </a:p>
          <a:p>
            <a:pPr>
              <a:lnSpc>
                <a:spcPct val="110000"/>
              </a:lnSpc>
            </a:pPr>
            <a:r>
              <a:rPr lang="en-US" sz="1400" dirty="0">
                <a:latin typeface="Rubik" pitchFamily="2" charset="-79"/>
                <a:cs typeface="Rubik" pitchFamily="2" charset="-79"/>
              </a:rPr>
              <a:t>Uses </a:t>
            </a:r>
            <a:r>
              <a:rPr lang="en-US" sz="1400" dirty="0" err="1">
                <a:latin typeface="Rubik" pitchFamily="2" charset="-79"/>
                <a:cs typeface="Rubik" pitchFamily="2" charset="-79"/>
              </a:rPr>
              <a:t>DynamicAutoSupplier</a:t>
            </a:r>
            <a:r>
              <a:rPr lang="en-US" sz="1400" dirty="0">
                <a:latin typeface="Rubik" pitchFamily="2" charset="-79"/>
                <a:cs typeface="Rubik" pitchFamily="2" charset="-79"/>
              </a:rPr>
              <a:t> to wrap routines and exposes selected command with </a:t>
            </a:r>
            <a:r>
              <a:rPr lang="en-US" sz="1400" dirty="0" err="1">
                <a:latin typeface="Rubik" pitchFamily="2" charset="-79"/>
                <a:cs typeface="Rubik" pitchFamily="2" charset="-79"/>
              </a:rPr>
              <a:t>getSelectedAuto</a:t>
            </a:r>
            <a:r>
              <a:rPr lang="en-US" sz="1400" dirty="0">
                <a:latin typeface="Rubik" pitchFamily="2" charset="-79"/>
                <a:cs typeface="Rubik" pitchFamily="2" charset="-79"/>
              </a:rPr>
              <a:t>() method.</a:t>
            </a:r>
          </a:p>
        </p:txBody>
      </p:sp>
      <p:pic>
        <p:nvPicPr>
          <p:cNvPr id="6" name="Picture 5">
            <a:extLst>
              <a:ext uri="{FF2B5EF4-FFF2-40B4-BE49-F238E27FC236}">
                <a16:creationId xmlns:a16="http://schemas.microsoft.com/office/drawing/2014/main" id="{2D428F1E-7AEB-850F-A57C-550F6262BF60}"/>
              </a:ext>
            </a:extLst>
          </p:cNvPr>
          <p:cNvPicPr>
            <a:picLocks noChangeAspect="1"/>
          </p:cNvPicPr>
          <p:nvPr/>
        </p:nvPicPr>
        <p:blipFill>
          <a:blip r:embed="rId3"/>
          <a:stretch>
            <a:fillRect/>
          </a:stretch>
        </p:blipFill>
        <p:spPr>
          <a:xfrm>
            <a:off x="6540270" y="1235324"/>
            <a:ext cx="5229781" cy="5377959"/>
          </a:xfrm>
          <a:prstGeom prst="rect">
            <a:avLst/>
          </a:prstGeom>
        </p:spPr>
      </p:pic>
      <p:pic>
        <p:nvPicPr>
          <p:cNvPr id="2" name="Picture 1" descr="A blue and white swirly logo&#10;&#10;AI-generated content may be incorrect.">
            <a:extLst>
              <a:ext uri="{FF2B5EF4-FFF2-40B4-BE49-F238E27FC236}">
                <a16:creationId xmlns:a16="http://schemas.microsoft.com/office/drawing/2014/main" id="{765586DE-DF6B-15DB-06E7-5A48EED616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48103" y="6014103"/>
            <a:ext cx="843897" cy="843897"/>
          </a:xfrm>
          <a:prstGeom prst="rect">
            <a:avLst/>
          </a:prstGeom>
        </p:spPr>
      </p:pic>
      <p:pic>
        <p:nvPicPr>
          <p:cNvPr id="18" name="Picture 17">
            <a:extLst>
              <a:ext uri="{FF2B5EF4-FFF2-40B4-BE49-F238E27FC236}">
                <a16:creationId xmlns:a16="http://schemas.microsoft.com/office/drawing/2014/main" id="{92F6670F-C691-5A81-1CCE-B3F5CF63B048}"/>
              </a:ext>
            </a:extLst>
          </p:cNvPr>
          <p:cNvPicPr>
            <a:picLocks noChangeAspect="1"/>
          </p:cNvPicPr>
          <p:nvPr/>
        </p:nvPicPr>
        <p:blipFill>
          <a:blip r:embed="rId5"/>
          <a:stretch>
            <a:fillRect/>
          </a:stretch>
        </p:blipFill>
        <p:spPr>
          <a:xfrm>
            <a:off x="573012" y="5383856"/>
            <a:ext cx="5759036" cy="1222652"/>
          </a:xfrm>
          <a:prstGeom prst="rect">
            <a:avLst/>
          </a:prstGeom>
        </p:spPr>
      </p:pic>
    </p:spTree>
    <p:extLst>
      <p:ext uri="{BB962C8B-B14F-4D97-AF65-F5344CB8AC3E}">
        <p14:creationId xmlns:p14="http://schemas.microsoft.com/office/powerpoint/2010/main" val="2711348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B0A46BCA-0440-CA1E-A07C-76CE83A5BAFC}"/>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EAB91468-639E-FECD-0B8F-11C9D46E43AC}"/>
              </a:ext>
            </a:extLst>
          </p:cNvPr>
          <p:cNvGrpSpPr/>
          <p:nvPr/>
        </p:nvGrpSpPr>
        <p:grpSpPr>
          <a:xfrm>
            <a:off x="1" y="217085"/>
            <a:ext cx="12197004" cy="979197"/>
            <a:chOff x="0" y="162814"/>
            <a:chExt cx="9147753" cy="734398"/>
          </a:xfrm>
        </p:grpSpPr>
        <p:sp>
          <p:nvSpPr>
            <p:cNvPr id="110" name="Google Shape;110;p2">
              <a:extLst>
                <a:ext uri="{FF2B5EF4-FFF2-40B4-BE49-F238E27FC236}">
                  <a16:creationId xmlns:a16="http://schemas.microsoft.com/office/drawing/2014/main" id="{F358441B-86EA-1B3E-C8F5-D24000DAC2D8}"/>
                </a:ext>
              </a:extLst>
            </p:cNvPr>
            <p:cNvSpPr/>
            <p:nvPr/>
          </p:nvSpPr>
          <p:spPr>
            <a:xfrm>
              <a:off x="0" y="164715"/>
              <a:ext cx="9144000" cy="632923"/>
            </a:xfrm>
            <a:prstGeom prst="rect">
              <a:avLst/>
            </a:prstGeom>
            <a:solidFill>
              <a:srgbClr val="013471"/>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45B14779-27AC-FEBA-6C62-1DCDA0B40373}"/>
                </a:ext>
              </a:extLst>
            </p:cNvPr>
            <p:cNvSpPr/>
            <p:nvPr/>
          </p:nvSpPr>
          <p:spPr>
            <a:xfrm>
              <a:off x="8863353" y="162815"/>
              <a:ext cx="284400" cy="698303"/>
            </a:xfrm>
            <a:prstGeom prst="rect">
              <a:avLst/>
            </a:prstGeom>
            <a:solidFill>
              <a:schemeClr val="lt1">
                <a:alpha val="7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2" name="Google Shape;112;p2">
              <a:extLst>
                <a:ext uri="{FF2B5EF4-FFF2-40B4-BE49-F238E27FC236}">
                  <a16:creationId xmlns:a16="http://schemas.microsoft.com/office/drawing/2014/main" id="{AB10F8CB-1944-2E6C-013D-66D5DBFB8BA4}"/>
                </a:ext>
              </a:extLst>
            </p:cNvPr>
            <p:cNvSpPr/>
            <p:nvPr/>
          </p:nvSpPr>
          <p:spPr>
            <a:xfrm>
              <a:off x="8578953" y="162814"/>
              <a:ext cx="284400" cy="698303"/>
            </a:xfrm>
            <a:prstGeom prst="rect">
              <a:avLst/>
            </a:prstGeom>
            <a:solidFill>
              <a:schemeClr val="lt1">
                <a:alpha val="43137"/>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3" name="Google Shape;113;p2">
              <a:extLst>
                <a:ext uri="{FF2B5EF4-FFF2-40B4-BE49-F238E27FC236}">
                  <a16:creationId xmlns:a16="http://schemas.microsoft.com/office/drawing/2014/main" id="{11914F2B-51CF-74CB-A6C6-C38C6704197D}"/>
                </a:ext>
              </a:extLst>
            </p:cNvPr>
            <p:cNvSpPr/>
            <p:nvPr/>
          </p:nvSpPr>
          <p:spPr>
            <a:xfrm>
              <a:off x="8290800" y="164715"/>
              <a:ext cx="291906" cy="732497"/>
            </a:xfrm>
            <a:prstGeom prst="rect">
              <a:avLst/>
            </a:prstGeom>
            <a:solidFill>
              <a:schemeClr val="lt1">
                <a:alpha val="1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grpSp>
      <p:sp>
        <p:nvSpPr>
          <p:cNvPr id="114" name="Google Shape;114;p2">
            <a:extLst>
              <a:ext uri="{FF2B5EF4-FFF2-40B4-BE49-F238E27FC236}">
                <a16:creationId xmlns:a16="http://schemas.microsoft.com/office/drawing/2014/main" id="{E0C5F229-CBEE-1C97-65F4-B3076C10C987}"/>
              </a:ext>
            </a:extLst>
          </p:cNvPr>
          <p:cNvSpPr txBox="1"/>
          <p:nvPr/>
        </p:nvSpPr>
        <p:spPr>
          <a:xfrm>
            <a:off x="114899" y="244717"/>
            <a:ext cx="10630131" cy="818800"/>
          </a:xfrm>
          <a:prstGeom prst="rect">
            <a:avLst/>
          </a:prstGeom>
          <a:noFill/>
          <a:ln>
            <a:noFill/>
          </a:ln>
        </p:spPr>
        <p:txBody>
          <a:bodyPr spcFirstLastPara="1" wrap="square" lIns="91433" tIns="91433" rIns="91433" bIns="91433" anchor="t" anchorCtr="0">
            <a:noAutofit/>
          </a:bodyPr>
          <a:lstStyle/>
          <a:p>
            <a:pPr>
              <a:buClr>
                <a:srgbClr val="000000"/>
              </a:buClr>
              <a:buSzPts val="3000"/>
            </a:pPr>
            <a:r>
              <a:rPr lang="en-US" sz="4000" b="1" dirty="0">
                <a:solidFill>
                  <a:srgbClr val="FFFFFF"/>
                </a:solidFill>
                <a:latin typeface="Rubik"/>
                <a:ea typeface="Rubik"/>
                <a:cs typeface="Rubik"/>
                <a:sym typeface="Rubik"/>
              </a:rPr>
              <a:t>RobotContainer.java - Changes</a:t>
            </a:r>
            <a:endParaRPr lang="he-IL" sz="4000" b="1" dirty="0">
              <a:solidFill>
                <a:srgbClr val="FFFFFF"/>
              </a:solidFill>
              <a:latin typeface="Rubik"/>
              <a:ea typeface="Rubik"/>
              <a:cs typeface="Rubik"/>
              <a:sym typeface="Rubik"/>
            </a:endParaRPr>
          </a:p>
        </p:txBody>
      </p:sp>
      <p:sp>
        <p:nvSpPr>
          <p:cNvPr id="3" name="Google Shape;118;p2">
            <a:extLst>
              <a:ext uri="{FF2B5EF4-FFF2-40B4-BE49-F238E27FC236}">
                <a16:creationId xmlns:a16="http://schemas.microsoft.com/office/drawing/2014/main" id="{C7D203B4-6364-CC0A-4B32-62C9D554590F}"/>
              </a:ext>
            </a:extLst>
          </p:cNvPr>
          <p:cNvSpPr txBox="1"/>
          <p:nvPr/>
        </p:nvSpPr>
        <p:spPr>
          <a:xfrm>
            <a:off x="474195" y="1300686"/>
            <a:ext cx="10873907" cy="4831981"/>
          </a:xfrm>
          <a:prstGeom prst="rect">
            <a:avLst/>
          </a:prstGeom>
          <a:noFill/>
          <a:ln>
            <a:noFill/>
          </a:ln>
        </p:spPr>
        <p:txBody>
          <a:bodyPr spcFirstLastPara="1" wrap="square" lIns="121900" tIns="121900" rIns="121900" bIns="121900" anchor="t" anchorCtr="0">
            <a:noAutofit/>
          </a:bodyPr>
          <a:lstStyle/>
          <a:p>
            <a:pPr>
              <a:lnSpc>
                <a:spcPct val="110000"/>
              </a:lnSpc>
            </a:pPr>
            <a:r>
              <a:rPr lang="en-US" sz="1400" dirty="0">
                <a:latin typeface="Rubik" pitchFamily="2" charset="-79"/>
                <a:cs typeface="Rubik" pitchFamily="2" charset="-79"/>
              </a:rPr>
              <a:t>Most of the logic was moved to our newly created classes, now the Robot Container is much more compact and easier to read:</a:t>
            </a:r>
          </a:p>
        </p:txBody>
      </p:sp>
      <p:pic>
        <p:nvPicPr>
          <p:cNvPr id="2" name="Picture 1" descr="A blue and white swirly logo&#10;&#10;AI-generated content may be incorrect.">
            <a:extLst>
              <a:ext uri="{FF2B5EF4-FFF2-40B4-BE49-F238E27FC236}">
                <a16:creationId xmlns:a16="http://schemas.microsoft.com/office/drawing/2014/main" id="{F0EE0420-B491-3DCF-0EAF-B1F2DA7C67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8103" y="6014103"/>
            <a:ext cx="843897" cy="843897"/>
          </a:xfrm>
          <a:prstGeom prst="rect">
            <a:avLst/>
          </a:prstGeom>
        </p:spPr>
      </p:pic>
      <p:pic>
        <p:nvPicPr>
          <p:cNvPr id="6" name="Picture 5">
            <a:extLst>
              <a:ext uri="{FF2B5EF4-FFF2-40B4-BE49-F238E27FC236}">
                <a16:creationId xmlns:a16="http://schemas.microsoft.com/office/drawing/2014/main" id="{A6482228-73A7-CD3E-D56F-2D0F4B53981C}"/>
              </a:ext>
            </a:extLst>
          </p:cNvPr>
          <p:cNvPicPr>
            <a:picLocks noChangeAspect="1"/>
          </p:cNvPicPr>
          <p:nvPr/>
        </p:nvPicPr>
        <p:blipFill>
          <a:blip r:embed="rId4"/>
          <a:stretch>
            <a:fillRect/>
          </a:stretch>
        </p:blipFill>
        <p:spPr>
          <a:xfrm>
            <a:off x="628444" y="1812888"/>
            <a:ext cx="5051029" cy="4424183"/>
          </a:xfrm>
          <a:prstGeom prst="rect">
            <a:avLst/>
          </a:prstGeom>
        </p:spPr>
      </p:pic>
    </p:spTree>
    <p:extLst>
      <p:ext uri="{BB962C8B-B14F-4D97-AF65-F5344CB8AC3E}">
        <p14:creationId xmlns:p14="http://schemas.microsoft.com/office/powerpoint/2010/main" val="11453213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FADA20C9-AA22-4B85-8119-31F310D94B1C}"/>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B5AC7B9E-57EB-4014-D2E4-36DE67580C19}"/>
              </a:ext>
            </a:extLst>
          </p:cNvPr>
          <p:cNvGrpSpPr/>
          <p:nvPr/>
        </p:nvGrpSpPr>
        <p:grpSpPr>
          <a:xfrm>
            <a:off x="1" y="217085"/>
            <a:ext cx="12197004" cy="979197"/>
            <a:chOff x="0" y="162814"/>
            <a:chExt cx="9147753" cy="734398"/>
          </a:xfrm>
        </p:grpSpPr>
        <p:sp>
          <p:nvSpPr>
            <p:cNvPr id="110" name="Google Shape;110;p2">
              <a:extLst>
                <a:ext uri="{FF2B5EF4-FFF2-40B4-BE49-F238E27FC236}">
                  <a16:creationId xmlns:a16="http://schemas.microsoft.com/office/drawing/2014/main" id="{2C5C8050-7B72-E0C4-2E7D-436F1B5FE82C}"/>
                </a:ext>
              </a:extLst>
            </p:cNvPr>
            <p:cNvSpPr/>
            <p:nvPr/>
          </p:nvSpPr>
          <p:spPr>
            <a:xfrm>
              <a:off x="0" y="164715"/>
              <a:ext cx="9144000" cy="632923"/>
            </a:xfrm>
            <a:prstGeom prst="rect">
              <a:avLst/>
            </a:prstGeom>
            <a:solidFill>
              <a:srgbClr val="013471"/>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ACE1CAAF-02E6-C786-EF97-0F2B2820CCA9}"/>
                </a:ext>
              </a:extLst>
            </p:cNvPr>
            <p:cNvSpPr/>
            <p:nvPr/>
          </p:nvSpPr>
          <p:spPr>
            <a:xfrm>
              <a:off x="8863353" y="162815"/>
              <a:ext cx="284400" cy="698303"/>
            </a:xfrm>
            <a:prstGeom prst="rect">
              <a:avLst/>
            </a:prstGeom>
            <a:solidFill>
              <a:schemeClr val="lt1">
                <a:alpha val="7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2" name="Google Shape;112;p2">
              <a:extLst>
                <a:ext uri="{FF2B5EF4-FFF2-40B4-BE49-F238E27FC236}">
                  <a16:creationId xmlns:a16="http://schemas.microsoft.com/office/drawing/2014/main" id="{4210C8B6-31EE-616D-366D-A6ABEAE4C576}"/>
                </a:ext>
              </a:extLst>
            </p:cNvPr>
            <p:cNvSpPr/>
            <p:nvPr/>
          </p:nvSpPr>
          <p:spPr>
            <a:xfrm>
              <a:off x="8578953" y="162814"/>
              <a:ext cx="284400" cy="698303"/>
            </a:xfrm>
            <a:prstGeom prst="rect">
              <a:avLst/>
            </a:prstGeom>
            <a:solidFill>
              <a:schemeClr val="lt1">
                <a:alpha val="43137"/>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3" name="Google Shape;113;p2">
              <a:extLst>
                <a:ext uri="{FF2B5EF4-FFF2-40B4-BE49-F238E27FC236}">
                  <a16:creationId xmlns:a16="http://schemas.microsoft.com/office/drawing/2014/main" id="{E138A851-24BF-493A-6E12-66F8C5F0BE83}"/>
                </a:ext>
              </a:extLst>
            </p:cNvPr>
            <p:cNvSpPr/>
            <p:nvPr/>
          </p:nvSpPr>
          <p:spPr>
            <a:xfrm>
              <a:off x="8290800" y="164715"/>
              <a:ext cx="291906" cy="732497"/>
            </a:xfrm>
            <a:prstGeom prst="rect">
              <a:avLst/>
            </a:prstGeom>
            <a:solidFill>
              <a:schemeClr val="lt1">
                <a:alpha val="1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grpSp>
      <p:sp>
        <p:nvSpPr>
          <p:cNvPr id="114" name="Google Shape;114;p2">
            <a:extLst>
              <a:ext uri="{FF2B5EF4-FFF2-40B4-BE49-F238E27FC236}">
                <a16:creationId xmlns:a16="http://schemas.microsoft.com/office/drawing/2014/main" id="{90F60461-7648-FF18-F728-E022757CF09C}"/>
              </a:ext>
            </a:extLst>
          </p:cNvPr>
          <p:cNvSpPr txBox="1"/>
          <p:nvPr/>
        </p:nvSpPr>
        <p:spPr>
          <a:xfrm>
            <a:off x="114899" y="244717"/>
            <a:ext cx="10630131" cy="818800"/>
          </a:xfrm>
          <a:prstGeom prst="rect">
            <a:avLst/>
          </a:prstGeom>
          <a:noFill/>
          <a:ln>
            <a:noFill/>
          </a:ln>
        </p:spPr>
        <p:txBody>
          <a:bodyPr spcFirstLastPara="1" wrap="square" lIns="91433" tIns="91433" rIns="91433" bIns="91433" anchor="t" anchorCtr="0">
            <a:noAutofit/>
          </a:bodyPr>
          <a:lstStyle/>
          <a:p>
            <a:pPr>
              <a:buClr>
                <a:srgbClr val="000000"/>
              </a:buClr>
              <a:buSzPts val="3000"/>
            </a:pPr>
            <a:r>
              <a:rPr lang="en-US" sz="4000" b="1" dirty="0">
                <a:solidFill>
                  <a:srgbClr val="FFFFFF"/>
                </a:solidFill>
                <a:latin typeface="Rubik"/>
                <a:ea typeface="Rubik"/>
                <a:cs typeface="Rubik"/>
                <a:sym typeface="Rubik"/>
              </a:rPr>
              <a:t>Robot.java - Changes</a:t>
            </a:r>
            <a:endParaRPr lang="he-IL" sz="4000" b="1" dirty="0">
              <a:solidFill>
                <a:srgbClr val="FFFFFF"/>
              </a:solidFill>
              <a:latin typeface="Rubik"/>
              <a:ea typeface="Rubik"/>
              <a:cs typeface="Rubik"/>
              <a:sym typeface="Rubik"/>
            </a:endParaRPr>
          </a:p>
        </p:txBody>
      </p:sp>
      <p:sp>
        <p:nvSpPr>
          <p:cNvPr id="3" name="Google Shape;118;p2">
            <a:extLst>
              <a:ext uri="{FF2B5EF4-FFF2-40B4-BE49-F238E27FC236}">
                <a16:creationId xmlns:a16="http://schemas.microsoft.com/office/drawing/2014/main" id="{D7FE0B50-62B1-3BBF-866A-8924EF57238B}"/>
              </a:ext>
            </a:extLst>
          </p:cNvPr>
          <p:cNvSpPr txBox="1"/>
          <p:nvPr/>
        </p:nvSpPr>
        <p:spPr>
          <a:xfrm>
            <a:off x="474195" y="1300686"/>
            <a:ext cx="10873907" cy="4831981"/>
          </a:xfrm>
          <a:prstGeom prst="rect">
            <a:avLst/>
          </a:prstGeom>
          <a:noFill/>
          <a:ln>
            <a:noFill/>
          </a:ln>
        </p:spPr>
        <p:txBody>
          <a:bodyPr spcFirstLastPara="1" wrap="square" lIns="121900" tIns="121900" rIns="121900" bIns="121900" anchor="t" anchorCtr="0">
            <a:noAutofit/>
          </a:bodyPr>
          <a:lstStyle/>
          <a:p>
            <a:pPr>
              <a:lnSpc>
                <a:spcPct val="110000"/>
              </a:lnSpc>
            </a:pPr>
            <a:r>
              <a:rPr lang="en-US" sz="1400" b="1" dirty="0">
                <a:latin typeface="Rubik" pitchFamily="2" charset="-79"/>
                <a:cs typeface="Rubik" pitchFamily="2" charset="-79"/>
              </a:rPr>
              <a:t>Initialize the </a:t>
            </a:r>
            <a:r>
              <a:rPr lang="en-US" sz="1400" b="1" dirty="0" err="1">
                <a:latin typeface="Rubik" pitchFamily="2" charset="-79"/>
                <a:cs typeface="Rubik" pitchFamily="2" charset="-79"/>
              </a:rPr>
              <a:t>RobotTester</a:t>
            </a:r>
            <a:endParaRPr lang="en-US" sz="1400" b="1" dirty="0">
              <a:latin typeface="Rubik" pitchFamily="2" charset="-79"/>
              <a:cs typeface="Rubik" pitchFamily="2" charset="-79"/>
            </a:endParaRPr>
          </a:p>
          <a:p>
            <a:pPr>
              <a:lnSpc>
                <a:spcPct val="110000"/>
              </a:lnSpc>
            </a:pPr>
            <a:r>
              <a:rPr lang="en-US" sz="1400" dirty="0">
                <a:latin typeface="Rubik" pitchFamily="2" charset="-79"/>
                <a:cs typeface="Rubik" pitchFamily="2" charset="-79"/>
              </a:rPr>
              <a:t>Add the </a:t>
            </a:r>
            <a:r>
              <a:rPr lang="en-US" sz="1400" i="1" dirty="0">
                <a:latin typeface="Rubik" pitchFamily="2" charset="-79"/>
                <a:cs typeface="Rubik" pitchFamily="2" charset="-79"/>
              </a:rPr>
              <a:t>‘</a:t>
            </a:r>
            <a:r>
              <a:rPr lang="en-US" sz="1400" i="1" dirty="0" err="1">
                <a:latin typeface="Rubik" pitchFamily="2" charset="-79"/>
                <a:cs typeface="Rubik" pitchFamily="2" charset="-79"/>
              </a:rPr>
              <a:t>RobotTester</a:t>
            </a:r>
            <a:r>
              <a:rPr lang="en-US" sz="1400" i="1" dirty="0">
                <a:latin typeface="Rubik" pitchFamily="2" charset="-79"/>
                <a:cs typeface="Rubik" pitchFamily="2" charset="-79"/>
              </a:rPr>
              <a:t>’</a:t>
            </a:r>
            <a:r>
              <a:rPr lang="en-US" sz="1400" dirty="0">
                <a:latin typeface="Rubik" pitchFamily="2" charset="-79"/>
                <a:cs typeface="Rubik" pitchFamily="2" charset="-79"/>
              </a:rPr>
              <a:t> class at the top of the file and initialize it inside the Robot() constructor along with the</a:t>
            </a:r>
            <a:r>
              <a:rPr lang="en-US" sz="1400" i="1" dirty="0">
                <a:latin typeface="Rubik" pitchFamily="2" charset="-79"/>
                <a:cs typeface="Rubik" pitchFamily="2" charset="-79"/>
              </a:rPr>
              <a:t> ‘</a:t>
            </a:r>
            <a:r>
              <a:rPr lang="en-US" sz="1400" i="1" dirty="0" err="1">
                <a:latin typeface="Rubik" pitchFamily="2" charset="-79"/>
                <a:cs typeface="Rubik" pitchFamily="2" charset="-79"/>
              </a:rPr>
              <a:t>RobotContainer</a:t>
            </a:r>
            <a:r>
              <a:rPr lang="en-US" sz="1400" i="1" dirty="0">
                <a:latin typeface="Rubik" pitchFamily="2" charset="-79"/>
                <a:cs typeface="Rubik" pitchFamily="2" charset="-79"/>
              </a:rPr>
              <a:t>’</a:t>
            </a:r>
            <a:r>
              <a:rPr lang="en-US" sz="1400" dirty="0">
                <a:latin typeface="Rubik" pitchFamily="2" charset="-79"/>
                <a:cs typeface="Rubik" pitchFamily="2" charset="-79"/>
              </a:rPr>
              <a:t> class.</a:t>
            </a:r>
          </a:p>
          <a:p>
            <a:pPr>
              <a:lnSpc>
                <a:spcPct val="110000"/>
              </a:lnSpc>
            </a:pPr>
            <a:endParaRPr lang="en-US" sz="1400" b="1" dirty="0">
              <a:latin typeface="Rubik" pitchFamily="2" charset="-79"/>
              <a:cs typeface="Rubik" pitchFamily="2" charset="-79"/>
            </a:endParaRPr>
          </a:p>
          <a:p>
            <a:pPr>
              <a:lnSpc>
                <a:spcPct val="110000"/>
              </a:lnSpc>
            </a:pPr>
            <a:endParaRPr lang="en-US" sz="1400" b="1" dirty="0">
              <a:latin typeface="Rubik" pitchFamily="2" charset="-79"/>
              <a:cs typeface="Rubik" pitchFamily="2" charset="-79"/>
            </a:endParaRPr>
          </a:p>
          <a:p>
            <a:pPr>
              <a:lnSpc>
                <a:spcPct val="110000"/>
              </a:lnSpc>
            </a:pPr>
            <a:endParaRPr lang="en-US" sz="1400" b="1" dirty="0">
              <a:latin typeface="Rubik" pitchFamily="2" charset="-79"/>
              <a:cs typeface="Rubik" pitchFamily="2" charset="-79"/>
            </a:endParaRPr>
          </a:p>
          <a:p>
            <a:pPr>
              <a:lnSpc>
                <a:spcPct val="110000"/>
              </a:lnSpc>
            </a:pPr>
            <a:endParaRPr lang="en-US" sz="1400" b="1" dirty="0">
              <a:latin typeface="Rubik" pitchFamily="2" charset="-79"/>
              <a:cs typeface="Rubik" pitchFamily="2" charset="-79"/>
            </a:endParaRPr>
          </a:p>
          <a:p>
            <a:pPr>
              <a:lnSpc>
                <a:spcPct val="110000"/>
              </a:lnSpc>
              <a:spcBef>
                <a:spcPts val="2500"/>
              </a:spcBef>
            </a:pPr>
            <a:r>
              <a:rPr lang="en-US" sz="1400" b="1" dirty="0">
                <a:latin typeface="Rubik" pitchFamily="2" charset="-79"/>
                <a:cs typeface="Rubik" pitchFamily="2" charset="-79"/>
              </a:rPr>
              <a:t>Enable tests</a:t>
            </a:r>
          </a:p>
          <a:p>
            <a:pPr>
              <a:lnSpc>
                <a:spcPct val="110000"/>
              </a:lnSpc>
            </a:pPr>
            <a:r>
              <a:rPr lang="en-US" sz="1400" dirty="0">
                <a:latin typeface="Rubik" pitchFamily="2" charset="-79"/>
                <a:cs typeface="Rubik" pitchFamily="2" charset="-79"/>
              </a:rPr>
              <a:t>Add this line to the ‘</a:t>
            </a:r>
            <a:r>
              <a:rPr lang="en-US" sz="1400" i="1" dirty="0" err="1">
                <a:latin typeface="Rubik" pitchFamily="2" charset="-79"/>
                <a:cs typeface="Rubik" pitchFamily="2" charset="-79"/>
              </a:rPr>
              <a:t>testInit</a:t>
            </a:r>
            <a:r>
              <a:rPr lang="en-US" sz="1400" i="1" dirty="0">
                <a:latin typeface="Rubik" pitchFamily="2" charset="-79"/>
                <a:cs typeface="Rubik" pitchFamily="2" charset="-79"/>
              </a:rPr>
              <a:t>()</a:t>
            </a:r>
            <a:r>
              <a:rPr lang="en-US" sz="1400" dirty="0">
                <a:latin typeface="Rubik" pitchFamily="2" charset="-79"/>
                <a:cs typeface="Rubik" pitchFamily="2" charset="-79"/>
              </a:rPr>
              <a:t>’ method to enable all the debug commands that are stored inside the ‘</a:t>
            </a:r>
            <a:r>
              <a:rPr lang="en-US" sz="1400" i="1" dirty="0" err="1">
                <a:latin typeface="Rubik" pitchFamily="2" charset="-79"/>
                <a:cs typeface="Rubik" pitchFamily="2" charset="-79"/>
              </a:rPr>
              <a:t>RobotTester</a:t>
            </a:r>
            <a:r>
              <a:rPr lang="en-US" sz="1400" dirty="0">
                <a:latin typeface="Rubik" pitchFamily="2" charset="-79"/>
                <a:cs typeface="Rubik" pitchFamily="2" charset="-79"/>
              </a:rPr>
              <a:t>’.</a:t>
            </a:r>
            <a:endParaRPr lang="en-US" sz="1400" b="1" dirty="0">
              <a:latin typeface="Rubik" pitchFamily="2" charset="-79"/>
              <a:cs typeface="Rubik" pitchFamily="2" charset="-79"/>
            </a:endParaRPr>
          </a:p>
        </p:txBody>
      </p:sp>
      <p:pic>
        <p:nvPicPr>
          <p:cNvPr id="2" name="Picture 1" descr="A blue and white swirly logo&#10;&#10;AI-generated content may be incorrect.">
            <a:extLst>
              <a:ext uri="{FF2B5EF4-FFF2-40B4-BE49-F238E27FC236}">
                <a16:creationId xmlns:a16="http://schemas.microsoft.com/office/drawing/2014/main" id="{779DF782-B149-1EC3-F39F-57EBFB0688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8103" y="6014103"/>
            <a:ext cx="843897" cy="843897"/>
          </a:xfrm>
          <a:prstGeom prst="rect">
            <a:avLst/>
          </a:prstGeom>
        </p:spPr>
      </p:pic>
      <p:pic>
        <p:nvPicPr>
          <p:cNvPr id="7" name="Picture 6">
            <a:extLst>
              <a:ext uri="{FF2B5EF4-FFF2-40B4-BE49-F238E27FC236}">
                <a16:creationId xmlns:a16="http://schemas.microsoft.com/office/drawing/2014/main" id="{647D780C-7723-E778-A00D-955921AC5935}"/>
              </a:ext>
            </a:extLst>
          </p:cNvPr>
          <p:cNvPicPr>
            <a:picLocks noChangeAspect="1"/>
          </p:cNvPicPr>
          <p:nvPr/>
        </p:nvPicPr>
        <p:blipFill>
          <a:blip r:embed="rId4"/>
          <a:stretch>
            <a:fillRect/>
          </a:stretch>
        </p:blipFill>
        <p:spPr>
          <a:xfrm>
            <a:off x="556696" y="2169159"/>
            <a:ext cx="3272783" cy="854293"/>
          </a:xfrm>
          <a:prstGeom prst="rect">
            <a:avLst/>
          </a:prstGeom>
        </p:spPr>
      </p:pic>
      <p:pic>
        <p:nvPicPr>
          <p:cNvPr id="9" name="Picture 8">
            <a:extLst>
              <a:ext uri="{FF2B5EF4-FFF2-40B4-BE49-F238E27FC236}">
                <a16:creationId xmlns:a16="http://schemas.microsoft.com/office/drawing/2014/main" id="{72FA10ED-C59E-2150-6F56-ACEA56390CF2}"/>
              </a:ext>
            </a:extLst>
          </p:cNvPr>
          <p:cNvPicPr>
            <a:picLocks noChangeAspect="1"/>
          </p:cNvPicPr>
          <p:nvPr/>
        </p:nvPicPr>
        <p:blipFill>
          <a:blip r:embed="rId5"/>
          <a:stretch>
            <a:fillRect/>
          </a:stretch>
        </p:blipFill>
        <p:spPr>
          <a:xfrm>
            <a:off x="4111363" y="2169159"/>
            <a:ext cx="5373392" cy="887733"/>
          </a:xfrm>
          <a:prstGeom prst="rect">
            <a:avLst/>
          </a:prstGeom>
        </p:spPr>
      </p:pic>
      <p:pic>
        <p:nvPicPr>
          <p:cNvPr id="11" name="Picture 10">
            <a:extLst>
              <a:ext uri="{FF2B5EF4-FFF2-40B4-BE49-F238E27FC236}">
                <a16:creationId xmlns:a16="http://schemas.microsoft.com/office/drawing/2014/main" id="{0A88CF7D-C4F4-1EA0-C269-F049DA0DE611}"/>
              </a:ext>
            </a:extLst>
          </p:cNvPr>
          <p:cNvPicPr>
            <a:picLocks noChangeAspect="1"/>
          </p:cNvPicPr>
          <p:nvPr/>
        </p:nvPicPr>
        <p:blipFill>
          <a:blip r:embed="rId6"/>
          <a:stretch>
            <a:fillRect/>
          </a:stretch>
        </p:blipFill>
        <p:spPr>
          <a:xfrm>
            <a:off x="556696" y="3989537"/>
            <a:ext cx="3685295" cy="926743"/>
          </a:xfrm>
          <a:prstGeom prst="rect">
            <a:avLst/>
          </a:prstGeom>
        </p:spPr>
      </p:pic>
    </p:spTree>
    <p:extLst>
      <p:ext uri="{BB962C8B-B14F-4D97-AF65-F5344CB8AC3E}">
        <p14:creationId xmlns:p14="http://schemas.microsoft.com/office/powerpoint/2010/main" val="25901349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D704923E-F397-6073-43A9-BDB81F0FD0B7}"/>
            </a:ext>
          </a:extLst>
        </p:cNvPr>
        <p:cNvGrpSpPr/>
        <p:nvPr/>
      </p:nvGrpSpPr>
      <p:grpSpPr>
        <a:xfrm>
          <a:off x="0" y="0"/>
          <a:ext cx="0" cy="0"/>
          <a:chOff x="0" y="0"/>
          <a:chExt cx="0" cy="0"/>
        </a:xfrm>
      </p:grpSpPr>
      <p:grpSp>
        <p:nvGrpSpPr>
          <p:cNvPr id="12" name="Google Shape;89;p1">
            <a:extLst>
              <a:ext uri="{FF2B5EF4-FFF2-40B4-BE49-F238E27FC236}">
                <a16:creationId xmlns:a16="http://schemas.microsoft.com/office/drawing/2014/main" id="{A8043777-3C8B-C601-4E07-AFC1E4DB4F72}"/>
              </a:ext>
            </a:extLst>
          </p:cNvPr>
          <p:cNvGrpSpPr/>
          <p:nvPr/>
        </p:nvGrpSpPr>
        <p:grpSpPr>
          <a:xfrm>
            <a:off x="0" y="1"/>
            <a:ext cx="12192000" cy="3055948"/>
            <a:chOff x="0" y="1072338"/>
            <a:chExt cx="12192000" cy="2764396"/>
          </a:xfrm>
        </p:grpSpPr>
        <p:sp>
          <p:nvSpPr>
            <p:cNvPr id="13" name="Google Shape;90;p1">
              <a:extLst>
                <a:ext uri="{FF2B5EF4-FFF2-40B4-BE49-F238E27FC236}">
                  <a16:creationId xmlns:a16="http://schemas.microsoft.com/office/drawing/2014/main" id="{C61A9BA5-4053-82C1-B1B7-04BF786ECD43}"/>
                </a:ext>
              </a:extLst>
            </p:cNvPr>
            <p:cNvSpPr/>
            <p:nvPr/>
          </p:nvSpPr>
          <p:spPr>
            <a:xfrm>
              <a:off x="0" y="1072338"/>
              <a:ext cx="12192000" cy="2764396"/>
            </a:xfrm>
            <a:prstGeom prst="rect">
              <a:avLst/>
            </a:prstGeom>
            <a:solidFill>
              <a:srgbClr val="013471"/>
            </a:solidFill>
            <a:ln>
              <a:noFill/>
            </a:ln>
          </p:spPr>
          <p:txBody>
            <a:bodyPr spcFirstLastPara="1" wrap="square" lIns="91433" tIns="45700" rIns="91433" bIns="45700" anchor="ctr" anchorCtr="0">
              <a:noAutofit/>
            </a:bodyPr>
            <a:lstStyle/>
            <a:p>
              <a:pPr algn="ctr" rtl="1">
                <a:buClr>
                  <a:srgbClr val="000000"/>
                </a:buClr>
                <a:buSzPts val="1400"/>
              </a:pPr>
              <a:endParaRPr sz="1867">
                <a:solidFill>
                  <a:schemeClr val="lt1"/>
                </a:solidFill>
                <a:latin typeface="Calibri"/>
                <a:ea typeface="Calibri"/>
                <a:cs typeface="Calibri"/>
                <a:sym typeface="Calibri"/>
              </a:endParaRPr>
            </a:p>
          </p:txBody>
        </p:sp>
        <p:sp>
          <p:nvSpPr>
            <p:cNvPr id="14" name="Google Shape;91;p1">
              <a:extLst>
                <a:ext uri="{FF2B5EF4-FFF2-40B4-BE49-F238E27FC236}">
                  <a16:creationId xmlns:a16="http://schemas.microsoft.com/office/drawing/2014/main" id="{9B140D1E-1EBE-5478-2426-D6A5670AACB7}"/>
                </a:ext>
              </a:extLst>
            </p:cNvPr>
            <p:cNvSpPr/>
            <p:nvPr/>
          </p:nvSpPr>
          <p:spPr>
            <a:xfrm>
              <a:off x="0" y="3590994"/>
              <a:ext cx="12192000" cy="245122"/>
            </a:xfrm>
            <a:prstGeom prst="rect">
              <a:avLst/>
            </a:prstGeom>
            <a:solidFill>
              <a:schemeClr val="lt1">
                <a:alpha val="72549"/>
              </a:schemeClr>
            </a:solidFill>
            <a:ln>
              <a:noFill/>
            </a:ln>
          </p:spPr>
          <p:txBody>
            <a:bodyPr spcFirstLastPara="1" wrap="square" lIns="91433" tIns="45700" rIns="91433" bIns="45700" anchor="ctr" anchorCtr="0">
              <a:noAutofit/>
            </a:bodyPr>
            <a:lstStyle/>
            <a:p>
              <a:pPr algn="ctr" rtl="1">
                <a:buClr>
                  <a:srgbClr val="000000"/>
                </a:buClr>
                <a:buSzPts val="1400"/>
              </a:pPr>
              <a:endParaRPr sz="1867">
                <a:solidFill>
                  <a:schemeClr val="lt1"/>
                </a:solidFill>
                <a:latin typeface="Calibri"/>
                <a:ea typeface="Calibri"/>
                <a:cs typeface="Calibri"/>
                <a:sym typeface="Calibri"/>
              </a:endParaRPr>
            </a:p>
          </p:txBody>
        </p:sp>
        <p:sp>
          <p:nvSpPr>
            <p:cNvPr id="15" name="Google Shape;92;p1">
              <a:extLst>
                <a:ext uri="{FF2B5EF4-FFF2-40B4-BE49-F238E27FC236}">
                  <a16:creationId xmlns:a16="http://schemas.microsoft.com/office/drawing/2014/main" id="{1348115D-097D-6ACA-A1D5-5C6D232BC79D}"/>
                </a:ext>
              </a:extLst>
            </p:cNvPr>
            <p:cNvSpPr/>
            <p:nvPr/>
          </p:nvSpPr>
          <p:spPr>
            <a:xfrm>
              <a:off x="0" y="3345872"/>
              <a:ext cx="12192000" cy="245122"/>
            </a:xfrm>
            <a:prstGeom prst="rect">
              <a:avLst/>
            </a:prstGeom>
            <a:solidFill>
              <a:schemeClr val="lt1">
                <a:alpha val="42352"/>
              </a:schemeClr>
            </a:solidFill>
            <a:ln>
              <a:noFill/>
            </a:ln>
          </p:spPr>
          <p:txBody>
            <a:bodyPr spcFirstLastPara="1" wrap="square" lIns="91433" tIns="45700" rIns="91433" bIns="45700" anchor="ctr" anchorCtr="0">
              <a:noAutofit/>
            </a:bodyPr>
            <a:lstStyle/>
            <a:p>
              <a:pPr algn="ctr" rtl="1">
                <a:buClr>
                  <a:srgbClr val="000000"/>
                </a:buClr>
                <a:buSzPts val="1400"/>
              </a:pPr>
              <a:endParaRPr sz="1867">
                <a:solidFill>
                  <a:schemeClr val="lt1"/>
                </a:solidFill>
                <a:latin typeface="Calibri"/>
                <a:ea typeface="Calibri"/>
                <a:cs typeface="Calibri"/>
                <a:sym typeface="Calibri"/>
              </a:endParaRPr>
            </a:p>
          </p:txBody>
        </p:sp>
        <p:sp>
          <p:nvSpPr>
            <p:cNvPr id="16" name="Google Shape;93;p1">
              <a:extLst>
                <a:ext uri="{FF2B5EF4-FFF2-40B4-BE49-F238E27FC236}">
                  <a16:creationId xmlns:a16="http://schemas.microsoft.com/office/drawing/2014/main" id="{4F8CF46D-69FD-1627-649E-0DEF7D1955F2}"/>
                </a:ext>
              </a:extLst>
            </p:cNvPr>
            <p:cNvSpPr/>
            <p:nvPr/>
          </p:nvSpPr>
          <p:spPr>
            <a:xfrm>
              <a:off x="0" y="3100133"/>
              <a:ext cx="12192000" cy="245122"/>
            </a:xfrm>
            <a:prstGeom prst="rect">
              <a:avLst/>
            </a:prstGeom>
            <a:solidFill>
              <a:schemeClr val="lt1">
                <a:alpha val="12549"/>
              </a:schemeClr>
            </a:solidFill>
            <a:ln>
              <a:noFill/>
            </a:ln>
          </p:spPr>
          <p:txBody>
            <a:bodyPr spcFirstLastPara="1" wrap="square" lIns="91433" tIns="45700" rIns="91433" bIns="45700" anchor="ctr" anchorCtr="0">
              <a:noAutofit/>
            </a:bodyPr>
            <a:lstStyle/>
            <a:p>
              <a:pPr algn="ctr" rtl="1">
                <a:buClr>
                  <a:srgbClr val="000000"/>
                </a:buClr>
                <a:buSzPts val="1400"/>
              </a:pPr>
              <a:endParaRPr sz="1867">
                <a:solidFill>
                  <a:schemeClr val="lt1"/>
                </a:solidFill>
                <a:latin typeface="Calibri"/>
                <a:ea typeface="Calibri"/>
                <a:cs typeface="Calibri"/>
                <a:sym typeface="Calibri"/>
              </a:endParaRPr>
            </a:p>
          </p:txBody>
        </p:sp>
      </p:grpSp>
      <p:sp>
        <p:nvSpPr>
          <p:cNvPr id="104" name="Google Shape;104;g9605f3d7aa_0_91">
            <a:extLst>
              <a:ext uri="{FF2B5EF4-FFF2-40B4-BE49-F238E27FC236}">
                <a16:creationId xmlns:a16="http://schemas.microsoft.com/office/drawing/2014/main" id="{A9BE5140-5C4F-73C4-887F-D6556CE9CE9B}"/>
              </a:ext>
            </a:extLst>
          </p:cNvPr>
          <p:cNvSpPr txBox="1"/>
          <p:nvPr/>
        </p:nvSpPr>
        <p:spPr>
          <a:xfrm>
            <a:off x="1603332" y="65754"/>
            <a:ext cx="8985333" cy="2110154"/>
          </a:xfrm>
          <a:prstGeom prst="rect">
            <a:avLst/>
          </a:prstGeom>
          <a:noFill/>
          <a:ln>
            <a:noFill/>
          </a:ln>
        </p:spPr>
        <p:txBody>
          <a:bodyPr spcFirstLastPara="1" wrap="square" lIns="121900" tIns="121900" rIns="121900" bIns="121900" anchor="t" anchorCtr="0">
            <a:noAutofit/>
          </a:bodyPr>
          <a:lstStyle/>
          <a:p>
            <a:pPr algn="ctr"/>
            <a:r>
              <a:rPr lang="en-US" sz="6000" b="1" dirty="0">
                <a:solidFill>
                  <a:schemeClr val="bg1"/>
                </a:solidFill>
              </a:rPr>
              <a:t>Benefits of customization</a:t>
            </a:r>
            <a:endParaRPr sz="6000" b="1" dirty="0">
              <a:solidFill>
                <a:schemeClr val="bg1"/>
              </a:solidFill>
            </a:endParaRPr>
          </a:p>
        </p:txBody>
      </p:sp>
      <p:pic>
        <p:nvPicPr>
          <p:cNvPr id="2" name="Picture 1" descr="A blue and white logo&#10;&#10;AI-generated content may be incorrect.">
            <a:extLst>
              <a:ext uri="{FF2B5EF4-FFF2-40B4-BE49-F238E27FC236}">
                <a16:creationId xmlns:a16="http://schemas.microsoft.com/office/drawing/2014/main" id="{D9C83E94-58C7-F04D-055F-4C4694450A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97394" y="3613847"/>
            <a:ext cx="2397207" cy="2397207"/>
          </a:xfrm>
          <a:prstGeom prst="rect">
            <a:avLst/>
          </a:prstGeom>
        </p:spPr>
      </p:pic>
    </p:spTree>
    <p:extLst>
      <p:ext uri="{BB962C8B-B14F-4D97-AF65-F5344CB8AC3E}">
        <p14:creationId xmlns:p14="http://schemas.microsoft.com/office/powerpoint/2010/main" val="2024225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04ACFD54-935A-5DFF-C1AD-717E7D9419E2}"/>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FDCAC2B3-3C28-3C2C-2D05-91B0B0488D8B}"/>
              </a:ext>
            </a:extLst>
          </p:cNvPr>
          <p:cNvGrpSpPr/>
          <p:nvPr/>
        </p:nvGrpSpPr>
        <p:grpSpPr>
          <a:xfrm>
            <a:off x="1" y="217085"/>
            <a:ext cx="12197004" cy="979197"/>
            <a:chOff x="0" y="162814"/>
            <a:chExt cx="9147753" cy="734398"/>
          </a:xfrm>
        </p:grpSpPr>
        <p:sp>
          <p:nvSpPr>
            <p:cNvPr id="110" name="Google Shape;110;p2">
              <a:extLst>
                <a:ext uri="{FF2B5EF4-FFF2-40B4-BE49-F238E27FC236}">
                  <a16:creationId xmlns:a16="http://schemas.microsoft.com/office/drawing/2014/main" id="{AD5C5B5E-1B14-1BA3-912F-9F746B4CB78A}"/>
                </a:ext>
              </a:extLst>
            </p:cNvPr>
            <p:cNvSpPr/>
            <p:nvPr/>
          </p:nvSpPr>
          <p:spPr>
            <a:xfrm>
              <a:off x="0" y="164715"/>
              <a:ext cx="9144000" cy="632923"/>
            </a:xfrm>
            <a:prstGeom prst="rect">
              <a:avLst/>
            </a:prstGeom>
            <a:solidFill>
              <a:srgbClr val="013471"/>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80A34DB8-0304-E80B-8E38-36AC557FC9D7}"/>
                </a:ext>
              </a:extLst>
            </p:cNvPr>
            <p:cNvSpPr/>
            <p:nvPr/>
          </p:nvSpPr>
          <p:spPr>
            <a:xfrm>
              <a:off x="8863353" y="162815"/>
              <a:ext cx="284400" cy="698303"/>
            </a:xfrm>
            <a:prstGeom prst="rect">
              <a:avLst/>
            </a:prstGeom>
            <a:solidFill>
              <a:schemeClr val="lt1">
                <a:alpha val="7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2" name="Google Shape;112;p2">
              <a:extLst>
                <a:ext uri="{FF2B5EF4-FFF2-40B4-BE49-F238E27FC236}">
                  <a16:creationId xmlns:a16="http://schemas.microsoft.com/office/drawing/2014/main" id="{3B193D1C-7F09-5026-E75B-A8D62E9C572E}"/>
                </a:ext>
              </a:extLst>
            </p:cNvPr>
            <p:cNvSpPr/>
            <p:nvPr/>
          </p:nvSpPr>
          <p:spPr>
            <a:xfrm>
              <a:off x="8578953" y="162814"/>
              <a:ext cx="284400" cy="698303"/>
            </a:xfrm>
            <a:prstGeom prst="rect">
              <a:avLst/>
            </a:prstGeom>
            <a:solidFill>
              <a:schemeClr val="lt1">
                <a:alpha val="43137"/>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sp>
          <p:nvSpPr>
            <p:cNvPr id="113" name="Google Shape;113;p2">
              <a:extLst>
                <a:ext uri="{FF2B5EF4-FFF2-40B4-BE49-F238E27FC236}">
                  <a16:creationId xmlns:a16="http://schemas.microsoft.com/office/drawing/2014/main" id="{C1EEC340-AABA-66BA-307D-9573DAF31C5D}"/>
                </a:ext>
              </a:extLst>
            </p:cNvPr>
            <p:cNvSpPr/>
            <p:nvPr/>
          </p:nvSpPr>
          <p:spPr>
            <a:xfrm>
              <a:off x="8290800" y="164715"/>
              <a:ext cx="291906" cy="732497"/>
            </a:xfrm>
            <a:prstGeom prst="rect">
              <a:avLst/>
            </a:prstGeom>
            <a:solidFill>
              <a:schemeClr val="lt1">
                <a:alpha val="12941"/>
              </a:schemeClr>
            </a:solidFill>
            <a:ln>
              <a:noFill/>
            </a:ln>
          </p:spPr>
          <p:txBody>
            <a:bodyPr spcFirstLastPara="1" wrap="square" lIns="91433" tIns="45700" rIns="91433" bIns="45700" anchor="ctr" anchorCtr="0">
              <a:noAutofit/>
            </a:bodyPr>
            <a:lstStyle/>
            <a:p>
              <a:pPr algn="ctr" rtl="1">
                <a:buClr>
                  <a:srgbClr val="000000"/>
                </a:buClr>
                <a:buSzPts val="1400"/>
              </a:pPr>
              <a:endParaRPr sz="1867" dirty="0">
                <a:solidFill>
                  <a:schemeClr val="lt1"/>
                </a:solidFill>
                <a:latin typeface="Calibri"/>
                <a:ea typeface="Calibri"/>
                <a:cs typeface="Calibri"/>
                <a:sym typeface="Calibri"/>
              </a:endParaRPr>
            </a:p>
          </p:txBody>
        </p:sp>
      </p:grpSp>
      <p:sp>
        <p:nvSpPr>
          <p:cNvPr id="114" name="Google Shape;114;p2">
            <a:extLst>
              <a:ext uri="{FF2B5EF4-FFF2-40B4-BE49-F238E27FC236}">
                <a16:creationId xmlns:a16="http://schemas.microsoft.com/office/drawing/2014/main" id="{691029DF-7EAB-0299-E2A0-2732924580E3}"/>
              </a:ext>
            </a:extLst>
          </p:cNvPr>
          <p:cNvSpPr txBox="1"/>
          <p:nvPr/>
        </p:nvSpPr>
        <p:spPr>
          <a:xfrm>
            <a:off x="114899" y="244717"/>
            <a:ext cx="10630131" cy="818800"/>
          </a:xfrm>
          <a:prstGeom prst="rect">
            <a:avLst/>
          </a:prstGeom>
          <a:noFill/>
          <a:ln>
            <a:noFill/>
          </a:ln>
        </p:spPr>
        <p:txBody>
          <a:bodyPr spcFirstLastPara="1" wrap="square" lIns="91433" tIns="91433" rIns="91433" bIns="91433" anchor="t" anchorCtr="0">
            <a:noAutofit/>
          </a:bodyPr>
          <a:lstStyle/>
          <a:p>
            <a:pPr>
              <a:buClr>
                <a:srgbClr val="000000"/>
              </a:buClr>
              <a:buSzPts val="3000"/>
            </a:pPr>
            <a:r>
              <a:rPr lang="en-US" sz="4000" b="1" dirty="0">
                <a:solidFill>
                  <a:srgbClr val="FFFFFF"/>
                </a:solidFill>
                <a:latin typeface="Rubik"/>
                <a:ea typeface="Rubik"/>
                <a:cs typeface="Rubik"/>
                <a:sym typeface="Rubik"/>
              </a:rPr>
              <a:t>Advantages of Our Approach</a:t>
            </a:r>
            <a:endParaRPr lang="he-IL" sz="4000" b="1" dirty="0">
              <a:solidFill>
                <a:srgbClr val="FFFFFF"/>
              </a:solidFill>
              <a:latin typeface="Rubik"/>
              <a:ea typeface="Rubik"/>
              <a:cs typeface="Rubik"/>
              <a:sym typeface="Rubik"/>
            </a:endParaRPr>
          </a:p>
        </p:txBody>
      </p:sp>
      <p:sp>
        <p:nvSpPr>
          <p:cNvPr id="3" name="Google Shape;118;p2">
            <a:extLst>
              <a:ext uri="{FF2B5EF4-FFF2-40B4-BE49-F238E27FC236}">
                <a16:creationId xmlns:a16="http://schemas.microsoft.com/office/drawing/2014/main" id="{8ED1FBB4-726C-8C6D-789C-A68AB07B7809}"/>
              </a:ext>
            </a:extLst>
          </p:cNvPr>
          <p:cNvSpPr txBox="1"/>
          <p:nvPr/>
        </p:nvSpPr>
        <p:spPr>
          <a:xfrm>
            <a:off x="474195" y="1300686"/>
            <a:ext cx="10873907" cy="4831981"/>
          </a:xfrm>
          <a:prstGeom prst="rect">
            <a:avLst/>
          </a:prstGeom>
          <a:noFill/>
          <a:ln>
            <a:noFill/>
          </a:ln>
        </p:spPr>
        <p:txBody>
          <a:bodyPr spcFirstLastPara="1" wrap="square" lIns="121900" tIns="121900" rIns="121900" bIns="121900" anchor="t" anchorCtr="0">
            <a:noAutofit/>
          </a:bodyPr>
          <a:lstStyle/>
          <a:p>
            <a:r>
              <a:rPr lang="en-US" sz="1600" b="1" dirty="0">
                <a:latin typeface="Rubik" pitchFamily="2" charset="-79"/>
                <a:cs typeface="Rubik" pitchFamily="2" charset="-79"/>
              </a:rPr>
              <a:t>Clear Separation of Concerns</a:t>
            </a:r>
          </a:p>
          <a:p>
            <a:pPr marL="0" lvl="1" indent="0">
              <a:buFont typeface="Arial" panose="020B0604020202020204" pitchFamily="34" charset="0"/>
              <a:buNone/>
            </a:pPr>
            <a:r>
              <a:rPr lang="en-US" sz="1600" dirty="0">
                <a:latin typeface="Rubik" pitchFamily="2" charset="-79"/>
                <a:cs typeface="Rubik" pitchFamily="2" charset="-79"/>
              </a:rPr>
              <a:t>Our approach divides the codebase into distinct parts, improving clarity and ease of maintenance.</a:t>
            </a:r>
          </a:p>
          <a:p>
            <a:pPr>
              <a:spcBef>
                <a:spcPts val="2500"/>
              </a:spcBef>
            </a:pPr>
            <a:r>
              <a:rPr lang="en-US" sz="1600" b="1" dirty="0">
                <a:latin typeface="Rubik" pitchFamily="2" charset="-79"/>
                <a:cs typeface="Rubik" pitchFamily="2" charset="-79"/>
              </a:rPr>
              <a:t>Enhanced Debugging and Testing</a:t>
            </a:r>
          </a:p>
          <a:p>
            <a:pPr marL="0" lvl="1" indent="0">
              <a:buFont typeface="Arial" panose="020B0604020202020204" pitchFamily="34" charset="0"/>
              <a:buNone/>
            </a:pPr>
            <a:r>
              <a:rPr lang="en-US" sz="1600" dirty="0">
                <a:latin typeface="Rubik" pitchFamily="2" charset="-79"/>
                <a:cs typeface="Rubik" pitchFamily="2" charset="-79"/>
              </a:rPr>
              <a:t>Introducing dedicated testing classes like ‘</a:t>
            </a:r>
            <a:r>
              <a:rPr lang="en-US" sz="1600" dirty="0" err="1">
                <a:latin typeface="Rubik" pitchFamily="2" charset="-79"/>
                <a:cs typeface="Rubik" pitchFamily="2" charset="-79"/>
              </a:rPr>
              <a:t>RobotTester</a:t>
            </a:r>
            <a:r>
              <a:rPr lang="en-US" sz="1600" dirty="0">
                <a:latin typeface="Rubik" pitchFamily="2" charset="-79"/>
                <a:cs typeface="Rubik" pitchFamily="2" charset="-79"/>
              </a:rPr>
              <a:t>’ facilitates streamlined debugging and robust testing.</a:t>
            </a:r>
          </a:p>
          <a:p>
            <a:pPr>
              <a:spcBef>
                <a:spcPts val="2500"/>
              </a:spcBef>
            </a:pPr>
            <a:r>
              <a:rPr lang="en-US" sz="1600" b="1" dirty="0">
                <a:latin typeface="Rubik" pitchFamily="2" charset="-79"/>
                <a:cs typeface="Rubik" pitchFamily="2" charset="-79"/>
              </a:rPr>
              <a:t>Improved Scalability</a:t>
            </a:r>
          </a:p>
          <a:p>
            <a:pPr marL="0" lvl="1" indent="0">
              <a:buFont typeface="Arial" panose="020B0604020202020204" pitchFamily="34" charset="0"/>
              <a:buNone/>
            </a:pPr>
            <a:r>
              <a:rPr lang="en-US" sz="1600" dirty="0">
                <a:latin typeface="Rubik" pitchFamily="2" charset="-79"/>
                <a:cs typeface="Rubik" pitchFamily="2" charset="-79"/>
              </a:rPr>
              <a:t>The architecture supports adding complex robot behaviors as the system scales up efficiently.</a:t>
            </a:r>
          </a:p>
          <a:p>
            <a:pPr>
              <a:spcBef>
                <a:spcPts val="2500"/>
              </a:spcBef>
            </a:pPr>
            <a:r>
              <a:rPr lang="en-US" sz="1600" b="1" dirty="0">
                <a:latin typeface="Rubik" pitchFamily="2" charset="-79"/>
                <a:cs typeface="Rubik" pitchFamily="2" charset="-79"/>
              </a:rPr>
              <a:t>Centralized Maintainability</a:t>
            </a:r>
          </a:p>
          <a:p>
            <a:pPr marL="0" lvl="1" indent="0">
              <a:buFont typeface="Arial" panose="020B0604020202020204" pitchFamily="34" charset="0"/>
              <a:buNone/>
            </a:pPr>
            <a:r>
              <a:rPr lang="en-US" sz="1600" dirty="0">
                <a:latin typeface="Rubik" pitchFamily="2" charset="-79"/>
                <a:cs typeface="Rubik" pitchFamily="2" charset="-79"/>
              </a:rPr>
              <a:t>Centralizing subsystem management and controller bindings enhances maintainability and team collaboration.</a:t>
            </a:r>
          </a:p>
        </p:txBody>
      </p:sp>
      <p:pic>
        <p:nvPicPr>
          <p:cNvPr id="5" name="Picture 4" descr="A blue and white logo&#10;&#10;AI-generated content may be incorrect.">
            <a:extLst>
              <a:ext uri="{FF2B5EF4-FFF2-40B4-BE49-F238E27FC236}">
                <a16:creationId xmlns:a16="http://schemas.microsoft.com/office/drawing/2014/main" id="{6336C8B0-2B01-443D-A458-FB7E6F2AB5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8606" y="6090637"/>
            <a:ext cx="723066" cy="723066"/>
          </a:xfrm>
          <a:prstGeom prst="rect">
            <a:avLst/>
          </a:prstGeom>
        </p:spPr>
      </p:pic>
    </p:spTree>
    <p:extLst>
      <p:ext uri="{BB962C8B-B14F-4D97-AF65-F5344CB8AC3E}">
        <p14:creationId xmlns:p14="http://schemas.microsoft.com/office/powerpoint/2010/main" val="37645146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5520</TotalTime>
  <Words>1470</Words>
  <Application>Microsoft Office PowerPoint</Application>
  <PresentationFormat>Widescreen</PresentationFormat>
  <Paragraphs>132</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Calibri</vt:lpstr>
      <vt:lpstr>Rubik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Yoav Rozov</dc:creator>
  <cp:lastModifiedBy>Yoav Rozov</cp:lastModifiedBy>
  <cp:revision>14</cp:revision>
  <dcterms:created xsi:type="dcterms:W3CDTF">2025-10-10T15:08:58Z</dcterms:created>
  <dcterms:modified xsi:type="dcterms:W3CDTF">2025-10-26T17:59:38Z</dcterms:modified>
</cp:coreProperties>
</file>