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321" r:id="rId3"/>
    <p:sldId id="322" r:id="rId4"/>
    <p:sldId id="327" r:id="rId5"/>
    <p:sldId id="328" r:id="rId6"/>
    <p:sldId id="329" r:id="rId7"/>
    <p:sldId id="310" r:id="rId8"/>
  </p:sldIdLst>
  <p:sldSz cx="9144000" cy="5143500" type="screen16x9"/>
  <p:notesSz cx="6858000" cy="9144000"/>
  <p:embeddedFontLst>
    <p:embeddedFont>
      <p:font typeface="Rubik" pitchFamily="2" charset="-79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hUVJU3jbxGl11X7yrLJ5REy1ms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471"/>
    <a:srgbClr val="EFF7FA"/>
    <a:srgbClr val="FBFCFE"/>
    <a:srgbClr val="DEE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293" autoAdjust="0"/>
  </p:normalViewPr>
  <p:slideViewPr>
    <p:cSldViewPr snapToGrid="0">
      <p:cViewPr varScale="1">
        <p:scale>
          <a:sx n="173" d="100"/>
          <a:sy n="173" d="100"/>
        </p:scale>
        <p:origin x="143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605f3d7aa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9605f3d7a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18047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4211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605f3d7aa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0" name="Google Shape;100;g9605f3d7a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9907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60925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6413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605f3d7aa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0" name="Google Shape;100;g9605f3d7a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6168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B2OsKyuo2sCogO4QoxS-fGuajblq2rhn/view?usp=sharing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youtu.be/kqtD5dpn9C8?si=LUPp0RA87YqbXufw&amp;t=330" TargetMode="External"/><Relationship Id="rId4" Type="http://schemas.openxmlformats.org/officeDocument/2006/relationships/hyperlink" Target="https://youtu.be/x7X9w_GIm1s?si=Wij7p6S-dZUrVH17&amp;t=56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lab.research.google.com/drive/1PYeWzXdXCSlRCa_9KmqpZtotPgf_X_gD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0128" y="3122082"/>
            <a:ext cx="3853029" cy="1118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"/>
          <p:cNvGrpSpPr/>
          <p:nvPr/>
        </p:nvGrpSpPr>
        <p:grpSpPr>
          <a:xfrm>
            <a:off x="0" y="0"/>
            <a:ext cx="9144000" cy="2291961"/>
            <a:chOff x="0" y="1072338"/>
            <a:chExt cx="12192000" cy="2764396"/>
          </a:xfrm>
        </p:grpSpPr>
        <p:sp>
          <p:nvSpPr>
            <p:cNvPr id="90" name="Google Shape;90;p1"/>
            <p:cNvSpPr/>
            <p:nvPr/>
          </p:nvSpPr>
          <p:spPr>
            <a:xfrm>
              <a:off x="0" y="1072338"/>
              <a:ext cx="12192000" cy="2764396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0" y="3590994"/>
              <a:ext cx="12192000" cy="245122"/>
            </a:xfrm>
            <a:prstGeom prst="rect">
              <a:avLst/>
            </a:prstGeom>
            <a:solidFill>
              <a:schemeClr val="lt1">
                <a:alpha val="7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0" y="3345872"/>
              <a:ext cx="12192000" cy="245122"/>
            </a:xfrm>
            <a:prstGeom prst="rect">
              <a:avLst/>
            </a:prstGeom>
            <a:solidFill>
              <a:schemeClr val="lt1">
                <a:alpha val="42352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0" y="3100133"/>
              <a:ext cx="12192000" cy="245122"/>
            </a:xfrm>
            <a:prstGeom prst="rect">
              <a:avLst/>
            </a:prstGeom>
            <a:solidFill>
              <a:schemeClr val="lt1">
                <a:alpha val="1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"/>
          <p:cNvSpPr txBox="1"/>
          <p:nvPr/>
        </p:nvSpPr>
        <p:spPr>
          <a:xfrm>
            <a:off x="191624" y="516365"/>
            <a:ext cx="8760752" cy="183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Vision on Raspberry pi</a:t>
            </a:r>
            <a:endParaRPr sz="3200" b="1" dirty="0">
              <a:solidFill>
                <a:schemeClr val="bg1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728216" y="2200554"/>
            <a:ext cx="390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 descr="A blue eye on a computer&#10;&#10;Description automatically generated">
            <a:extLst>
              <a:ext uri="{FF2B5EF4-FFF2-40B4-BE49-F238E27FC236}">
                <a16:creationId xmlns:a16="http://schemas.microsoft.com/office/drawing/2014/main" id="{9AD890FE-4F6A-629E-1148-EDFC5B05B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206" y="4163706"/>
            <a:ext cx="979794" cy="979794"/>
          </a:xfrm>
          <a:prstGeom prst="rect">
            <a:avLst/>
          </a:prstGeom>
        </p:spPr>
      </p:pic>
      <p:sp>
        <p:nvSpPr>
          <p:cNvPr id="3" name="Google Shape;95;p1">
            <a:extLst>
              <a:ext uri="{FF2B5EF4-FFF2-40B4-BE49-F238E27FC236}">
                <a16:creationId xmlns:a16="http://schemas.microsoft.com/office/drawing/2014/main" id="{1C392734-16E5-56A6-1A94-6A9503163302}"/>
              </a:ext>
            </a:extLst>
          </p:cNvPr>
          <p:cNvSpPr txBox="1"/>
          <p:nvPr/>
        </p:nvSpPr>
        <p:spPr>
          <a:xfrm>
            <a:off x="1638251" y="902719"/>
            <a:ext cx="5536785" cy="765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Authors:</a:t>
            </a: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Yoav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Rozov</a:t>
            </a:r>
            <a:endParaRPr lang="iw-IL" sz="2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89;p1">
            <a:extLst>
              <a:ext uri="{FF2B5EF4-FFF2-40B4-BE49-F238E27FC236}">
                <a16:creationId xmlns:a16="http://schemas.microsoft.com/office/drawing/2014/main" id="{A7ADCE01-0604-AC2B-8A5F-F7BB47FC7A4C}"/>
              </a:ext>
            </a:extLst>
          </p:cNvPr>
          <p:cNvGrpSpPr/>
          <p:nvPr/>
        </p:nvGrpSpPr>
        <p:grpSpPr>
          <a:xfrm>
            <a:off x="0" y="0"/>
            <a:ext cx="9144000" cy="2291961"/>
            <a:chOff x="0" y="1072338"/>
            <a:chExt cx="12192000" cy="2764396"/>
          </a:xfrm>
        </p:grpSpPr>
        <p:sp>
          <p:nvSpPr>
            <p:cNvPr id="13" name="Google Shape;90;p1">
              <a:extLst>
                <a:ext uri="{FF2B5EF4-FFF2-40B4-BE49-F238E27FC236}">
                  <a16:creationId xmlns:a16="http://schemas.microsoft.com/office/drawing/2014/main" id="{197DB5CE-FCBF-8893-324E-AD37E651D7AA}"/>
                </a:ext>
              </a:extLst>
            </p:cNvPr>
            <p:cNvSpPr/>
            <p:nvPr/>
          </p:nvSpPr>
          <p:spPr>
            <a:xfrm>
              <a:off x="0" y="1072338"/>
              <a:ext cx="12192000" cy="2764396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1;p1">
              <a:extLst>
                <a:ext uri="{FF2B5EF4-FFF2-40B4-BE49-F238E27FC236}">
                  <a16:creationId xmlns:a16="http://schemas.microsoft.com/office/drawing/2014/main" id="{A43190ED-CA31-8839-309D-FB9B63C3C90E}"/>
                </a:ext>
              </a:extLst>
            </p:cNvPr>
            <p:cNvSpPr/>
            <p:nvPr/>
          </p:nvSpPr>
          <p:spPr>
            <a:xfrm>
              <a:off x="0" y="3590994"/>
              <a:ext cx="12192000" cy="245122"/>
            </a:xfrm>
            <a:prstGeom prst="rect">
              <a:avLst/>
            </a:prstGeom>
            <a:solidFill>
              <a:schemeClr val="lt1">
                <a:alpha val="7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92;p1">
              <a:extLst>
                <a:ext uri="{FF2B5EF4-FFF2-40B4-BE49-F238E27FC236}">
                  <a16:creationId xmlns:a16="http://schemas.microsoft.com/office/drawing/2014/main" id="{BF5406F8-2983-749B-C606-2DF4D2CD9CE3}"/>
                </a:ext>
              </a:extLst>
            </p:cNvPr>
            <p:cNvSpPr/>
            <p:nvPr/>
          </p:nvSpPr>
          <p:spPr>
            <a:xfrm>
              <a:off x="0" y="3345872"/>
              <a:ext cx="12192000" cy="245122"/>
            </a:xfrm>
            <a:prstGeom prst="rect">
              <a:avLst/>
            </a:prstGeom>
            <a:solidFill>
              <a:schemeClr val="lt1">
                <a:alpha val="42352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3;p1">
              <a:extLst>
                <a:ext uri="{FF2B5EF4-FFF2-40B4-BE49-F238E27FC236}">
                  <a16:creationId xmlns:a16="http://schemas.microsoft.com/office/drawing/2014/main" id="{BE61CB2D-6802-2600-98F4-F5F5F4757D89}"/>
                </a:ext>
              </a:extLst>
            </p:cNvPr>
            <p:cNvSpPr/>
            <p:nvPr/>
          </p:nvSpPr>
          <p:spPr>
            <a:xfrm>
              <a:off x="0" y="3100133"/>
              <a:ext cx="12192000" cy="245122"/>
            </a:xfrm>
            <a:prstGeom prst="rect">
              <a:avLst/>
            </a:prstGeom>
            <a:solidFill>
              <a:schemeClr val="lt1">
                <a:alpha val="1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g9605f3d7aa_0_91"/>
          <p:cNvSpPr txBox="1"/>
          <p:nvPr/>
        </p:nvSpPr>
        <p:spPr>
          <a:xfrm>
            <a:off x="671977" y="255212"/>
            <a:ext cx="7800045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bg1"/>
                </a:solidFill>
              </a:rPr>
              <a:t>Why and when?</a:t>
            </a: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lang="en-US" sz="60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33F4B2-B441-9513-086C-8FD046A31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473" y="2613940"/>
            <a:ext cx="2135053" cy="213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178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7232670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Why?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06254" y="995201"/>
            <a:ext cx="5170571" cy="3624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We will use computer vision for two main purposes which we will address separately: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Detecting game objects, for example: notes, cones, cubes…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Detecting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Apriltags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that are present in the field (Those strange barcodes)</a:t>
            </a:r>
          </a:p>
        </p:txBody>
      </p:sp>
      <p:pic>
        <p:nvPicPr>
          <p:cNvPr id="5" name="Picture 4" descr="Several orange rings on a grey carpet&#10;&#10;Description automatically generated">
            <a:extLst>
              <a:ext uri="{FF2B5EF4-FFF2-40B4-BE49-F238E27FC236}">
                <a16:creationId xmlns:a16="http://schemas.microsoft.com/office/drawing/2014/main" id="{4F3035F6-9E6B-C434-23A6-F5E5F8809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236" y="1107894"/>
            <a:ext cx="3162917" cy="1777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8F7097-5E88-61F3-F398-B0D0F2B21D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105" t="13775" r="29948" b="4223"/>
          <a:stretch/>
        </p:blipFill>
        <p:spPr>
          <a:xfrm>
            <a:off x="4984515" y="3260371"/>
            <a:ext cx="1628561" cy="1880422"/>
          </a:xfrm>
          <a:prstGeom prst="rect">
            <a:avLst/>
          </a:prstGeom>
        </p:spPr>
      </p:pic>
      <p:pic>
        <p:nvPicPr>
          <p:cNvPr id="8" name="Picture 7" descr="A blue eye on a computer&#10;&#10;Description automatically generated">
            <a:extLst>
              <a:ext uri="{FF2B5EF4-FFF2-40B4-BE49-F238E27FC236}">
                <a16:creationId xmlns:a16="http://schemas.microsoft.com/office/drawing/2014/main" id="{7DB6EB07-5BC8-C27D-0C47-0FA68FE403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160" y="4676660"/>
            <a:ext cx="466840" cy="46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12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89;p1">
            <a:extLst>
              <a:ext uri="{FF2B5EF4-FFF2-40B4-BE49-F238E27FC236}">
                <a16:creationId xmlns:a16="http://schemas.microsoft.com/office/drawing/2014/main" id="{A7ADCE01-0604-AC2B-8A5F-F7BB47FC7A4C}"/>
              </a:ext>
            </a:extLst>
          </p:cNvPr>
          <p:cNvGrpSpPr/>
          <p:nvPr/>
        </p:nvGrpSpPr>
        <p:grpSpPr>
          <a:xfrm>
            <a:off x="0" y="0"/>
            <a:ext cx="9144000" cy="2291961"/>
            <a:chOff x="0" y="1072338"/>
            <a:chExt cx="12192000" cy="2764396"/>
          </a:xfrm>
        </p:grpSpPr>
        <p:sp>
          <p:nvSpPr>
            <p:cNvPr id="13" name="Google Shape;90;p1">
              <a:extLst>
                <a:ext uri="{FF2B5EF4-FFF2-40B4-BE49-F238E27FC236}">
                  <a16:creationId xmlns:a16="http://schemas.microsoft.com/office/drawing/2014/main" id="{197DB5CE-FCBF-8893-324E-AD37E651D7AA}"/>
                </a:ext>
              </a:extLst>
            </p:cNvPr>
            <p:cNvSpPr/>
            <p:nvPr/>
          </p:nvSpPr>
          <p:spPr>
            <a:xfrm>
              <a:off x="0" y="1072338"/>
              <a:ext cx="12192000" cy="2764396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1;p1">
              <a:extLst>
                <a:ext uri="{FF2B5EF4-FFF2-40B4-BE49-F238E27FC236}">
                  <a16:creationId xmlns:a16="http://schemas.microsoft.com/office/drawing/2014/main" id="{A43190ED-CA31-8839-309D-FB9B63C3C90E}"/>
                </a:ext>
              </a:extLst>
            </p:cNvPr>
            <p:cNvSpPr/>
            <p:nvPr/>
          </p:nvSpPr>
          <p:spPr>
            <a:xfrm>
              <a:off x="0" y="3590994"/>
              <a:ext cx="12192000" cy="245122"/>
            </a:xfrm>
            <a:prstGeom prst="rect">
              <a:avLst/>
            </a:prstGeom>
            <a:solidFill>
              <a:schemeClr val="lt1">
                <a:alpha val="7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92;p1">
              <a:extLst>
                <a:ext uri="{FF2B5EF4-FFF2-40B4-BE49-F238E27FC236}">
                  <a16:creationId xmlns:a16="http://schemas.microsoft.com/office/drawing/2014/main" id="{BF5406F8-2983-749B-C606-2DF4D2CD9CE3}"/>
                </a:ext>
              </a:extLst>
            </p:cNvPr>
            <p:cNvSpPr/>
            <p:nvPr/>
          </p:nvSpPr>
          <p:spPr>
            <a:xfrm>
              <a:off x="0" y="3345872"/>
              <a:ext cx="12192000" cy="245122"/>
            </a:xfrm>
            <a:prstGeom prst="rect">
              <a:avLst/>
            </a:prstGeom>
            <a:solidFill>
              <a:schemeClr val="lt1">
                <a:alpha val="42352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3;p1">
              <a:extLst>
                <a:ext uri="{FF2B5EF4-FFF2-40B4-BE49-F238E27FC236}">
                  <a16:creationId xmlns:a16="http://schemas.microsoft.com/office/drawing/2014/main" id="{BE61CB2D-6802-2600-98F4-F5F5F4757D89}"/>
                </a:ext>
              </a:extLst>
            </p:cNvPr>
            <p:cNvSpPr/>
            <p:nvPr/>
          </p:nvSpPr>
          <p:spPr>
            <a:xfrm>
              <a:off x="0" y="3100133"/>
              <a:ext cx="12192000" cy="245122"/>
            </a:xfrm>
            <a:prstGeom prst="rect">
              <a:avLst/>
            </a:prstGeom>
            <a:solidFill>
              <a:schemeClr val="lt1">
                <a:alpha val="1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g9605f3d7aa_0_91"/>
          <p:cNvSpPr txBox="1"/>
          <p:nvPr/>
        </p:nvSpPr>
        <p:spPr>
          <a:xfrm>
            <a:off x="671977" y="255212"/>
            <a:ext cx="7800045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bg1"/>
                </a:solidFill>
              </a:rPr>
              <a:t>Tools</a:t>
            </a: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lang="en-US" sz="60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33F4B2-B441-9513-086C-8FD046A31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473" y="2613940"/>
            <a:ext cx="2135053" cy="213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356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7232670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Python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06254" y="995200"/>
            <a:ext cx="7119115" cy="408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The code for vision that runs on the raspberry pi is written in python.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(Full installation guide 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  <a:hlinkClick r:id="rId3"/>
              </a:rPr>
              <a:t>here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)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We will be using the following python libraries:</a:t>
            </a: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OpenCv</a:t>
            </a: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Numpy</a:t>
            </a: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Pandas</a:t>
            </a: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Scipy</a:t>
            </a: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Before reading the rest of this presentation you must be familiar with python.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Here are two YouTube videos to learn python: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  <a:hlinkClick r:id="rId4"/>
              </a:rPr>
              <a:t>Quick reminder</a:t>
            </a: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  <a:hlinkClick r:id="rId5"/>
              </a:rPr>
              <a:t>Longer Tutorial</a:t>
            </a: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8" name="Picture 7" descr="A blue eye on a computer&#10;&#10;Description automatically generated">
            <a:extLst>
              <a:ext uri="{FF2B5EF4-FFF2-40B4-BE49-F238E27FC236}">
                <a16:creationId xmlns:a16="http://schemas.microsoft.com/office/drawing/2014/main" id="{7DB6EB07-5BC8-C27D-0C47-0FA68FE403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7160" y="4676660"/>
            <a:ext cx="466840" cy="4668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8B5FA5-5A03-2BF2-816E-2D1E5E1F1F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2" y="1653679"/>
            <a:ext cx="1388733" cy="138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950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7232670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Open CV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06255" y="995200"/>
            <a:ext cx="5378450" cy="408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Open Computer Vision Library, OpenCV for short is a very big and powerful computer vision library, it is primarily written in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c++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which means it is usually very fast. OpenCV has a lot of functions, algorithms and complex use cases, but we will be focusing only at a very small part of the library.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8" name="Picture 7" descr="A blue eye on a computer&#10;&#10;Description automatically generated">
            <a:extLst>
              <a:ext uri="{FF2B5EF4-FFF2-40B4-BE49-F238E27FC236}">
                <a16:creationId xmlns:a16="http://schemas.microsoft.com/office/drawing/2014/main" id="{7DB6EB07-5BC8-C27D-0C47-0FA68FE40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160" y="4676660"/>
            <a:ext cx="466840" cy="4668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D01B04-E0BB-5626-4AF1-0CF4E9897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448" y="2529748"/>
            <a:ext cx="1743685" cy="214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32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89;p1">
            <a:extLst>
              <a:ext uri="{FF2B5EF4-FFF2-40B4-BE49-F238E27FC236}">
                <a16:creationId xmlns:a16="http://schemas.microsoft.com/office/drawing/2014/main" id="{A7ADCE01-0604-AC2B-8A5F-F7BB47FC7A4C}"/>
              </a:ext>
            </a:extLst>
          </p:cNvPr>
          <p:cNvGrpSpPr/>
          <p:nvPr/>
        </p:nvGrpSpPr>
        <p:grpSpPr>
          <a:xfrm>
            <a:off x="0" y="0"/>
            <a:ext cx="9144000" cy="2291961"/>
            <a:chOff x="0" y="1072338"/>
            <a:chExt cx="12192000" cy="2764396"/>
          </a:xfrm>
        </p:grpSpPr>
        <p:sp>
          <p:nvSpPr>
            <p:cNvPr id="13" name="Google Shape;90;p1">
              <a:extLst>
                <a:ext uri="{FF2B5EF4-FFF2-40B4-BE49-F238E27FC236}">
                  <a16:creationId xmlns:a16="http://schemas.microsoft.com/office/drawing/2014/main" id="{197DB5CE-FCBF-8893-324E-AD37E651D7AA}"/>
                </a:ext>
              </a:extLst>
            </p:cNvPr>
            <p:cNvSpPr/>
            <p:nvPr/>
          </p:nvSpPr>
          <p:spPr>
            <a:xfrm>
              <a:off x="0" y="1072338"/>
              <a:ext cx="12192000" cy="2764396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1;p1">
              <a:extLst>
                <a:ext uri="{FF2B5EF4-FFF2-40B4-BE49-F238E27FC236}">
                  <a16:creationId xmlns:a16="http://schemas.microsoft.com/office/drawing/2014/main" id="{A43190ED-CA31-8839-309D-FB9B63C3C90E}"/>
                </a:ext>
              </a:extLst>
            </p:cNvPr>
            <p:cNvSpPr/>
            <p:nvPr/>
          </p:nvSpPr>
          <p:spPr>
            <a:xfrm>
              <a:off x="0" y="3590994"/>
              <a:ext cx="12192000" cy="245122"/>
            </a:xfrm>
            <a:prstGeom prst="rect">
              <a:avLst/>
            </a:prstGeom>
            <a:solidFill>
              <a:schemeClr val="lt1">
                <a:alpha val="7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92;p1">
              <a:extLst>
                <a:ext uri="{FF2B5EF4-FFF2-40B4-BE49-F238E27FC236}">
                  <a16:creationId xmlns:a16="http://schemas.microsoft.com/office/drawing/2014/main" id="{BF5406F8-2983-749B-C606-2DF4D2CD9CE3}"/>
                </a:ext>
              </a:extLst>
            </p:cNvPr>
            <p:cNvSpPr/>
            <p:nvPr/>
          </p:nvSpPr>
          <p:spPr>
            <a:xfrm>
              <a:off x="0" y="3345872"/>
              <a:ext cx="12192000" cy="245122"/>
            </a:xfrm>
            <a:prstGeom prst="rect">
              <a:avLst/>
            </a:prstGeom>
            <a:solidFill>
              <a:schemeClr val="lt1">
                <a:alpha val="42352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3;p1">
              <a:extLst>
                <a:ext uri="{FF2B5EF4-FFF2-40B4-BE49-F238E27FC236}">
                  <a16:creationId xmlns:a16="http://schemas.microsoft.com/office/drawing/2014/main" id="{BE61CB2D-6802-2600-98F4-F5F5F4757D89}"/>
                </a:ext>
              </a:extLst>
            </p:cNvPr>
            <p:cNvSpPr/>
            <p:nvPr/>
          </p:nvSpPr>
          <p:spPr>
            <a:xfrm>
              <a:off x="0" y="3100133"/>
              <a:ext cx="12192000" cy="245122"/>
            </a:xfrm>
            <a:prstGeom prst="rect">
              <a:avLst/>
            </a:prstGeom>
            <a:solidFill>
              <a:schemeClr val="lt1">
                <a:alpha val="1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g9605f3d7aa_0_91"/>
          <p:cNvSpPr txBox="1"/>
          <p:nvPr/>
        </p:nvSpPr>
        <p:spPr>
          <a:xfrm>
            <a:off x="76599" y="306560"/>
            <a:ext cx="9019527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bg1"/>
                </a:solidFill>
              </a:rPr>
              <a:t>Let’s code 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F617AA-6C10-B051-06F1-981AD0C96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473" y="2613940"/>
            <a:ext cx="2135053" cy="2135053"/>
          </a:xfrm>
          <a:prstGeom prst="rect">
            <a:avLst/>
          </a:prstGeom>
        </p:spPr>
      </p:pic>
      <p:sp>
        <p:nvSpPr>
          <p:cNvPr id="5" name="Google Shape;104;g9605f3d7aa_0_91">
            <a:extLst>
              <a:ext uri="{FF2B5EF4-FFF2-40B4-BE49-F238E27FC236}">
                <a16:creationId xmlns:a16="http://schemas.microsoft.com/office/drawing/2014/main" id="{9C2EFD4E-B878-9246-D016-FD4B5914B27C}"/>
              </a:ext>
            </a:extLst>
          </p:cNvPr>
          <p:cNvSpPr txBox="1"/>
          <p:nvPr/>
        </p:nvSpPr>
        <p:spPr>
          <a:xfrm>
            <a:off x="62235" y="1224559"/>
            <a:ext cx="9019527" cy="591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hlinkClick r:id="rId4"/>
              </a:rPr>
              <a:t>Python notebook</a:t>
            </a:r>
            <a:endParaRPr lang="en-US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162123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7644</TotalTime>
  <Words>186</Words>
  <Application>Microsoft Office PowerPoint</Application>
  <PresentationFormat>On-screen Show (16:9)</PresentationFormat>
  <Paragraphs>29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Arial</vt:lpstr>
      <vt:lpstr>Rubik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5554</dc:title>
  <dc:creator>Yoav Rozov; Tommy tochilovsky</dc:creator>
  <cp:lastModifiedBy>Yoav Rozov</cp:lastModifiedBy>
  <cp:revision>254</cp:revision>
  <dcterms:modified xsi:type="dcterms:W3CDTF">2026-05-02T16:26:07Z</dcterms:modified>
</cp:coreProperties>
</file>